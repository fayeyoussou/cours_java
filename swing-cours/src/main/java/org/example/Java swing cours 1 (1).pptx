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Figtree"/>
      <p:regular r:id="rId29"/>
      <p:bold r:id="rId30"/>
      <p:italic r:id="rId31"/>
      <p:boldItalic r:id="rId32"/>
    </p:embeddedFont>
    <p:embeddedFont>
      <p:font typeface="Josefin Sans"/>
      <p:regular r:id="rId33"/>
      <p:bold r:id="rId34"/>
      <p:italic r:id="rId35"/>
      <p:boldItalic r:id="rId36"/>
    </p:embeddedFont>
    <p:embeddedFont>
      <p:font typeface="Figtree SemiBold"/>
      <p:regular r:id="rId37"/>
      <p:bold r:id="rId38"/>
      <p:italic r:id="rId39"/>
      <p:boldItalic r:id="rId40"/>
    </p:embeddedFont>
    <p:embeddedFont>
      <p:font typeface="Albert Sans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Youssoupha FAYE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2082AAF-F847-4FA2-955B-A6F354B63125}">
  <a:tblStyle styleId="{D2082AAF-F847-4FA2-955B-A6F354B631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FigtreeSemiBold-boldItalic.fntdata"/><Relationship Id="rId20" Type="http://schemas.openxmlformats.org/officeDocument/2006/relationships/slide" Target="slides/slide14.xml"/><Relationship Id="rId42" Type="http://schemas.openxmlformats.org/officeDocument/2006/relationships/font" Target="fonts/AlbertSans-bold.fntdata"/><Relationship Id="rId41" Type="http://schemas.openxmlformats.org/officeDocument/2006/relationships/font" Target="fonts/AlbertSans-regular.fntdata"/><Relationship Id="rId22" Type="http://schemas.openxmlformats.org/officeDocument/2006/relationships/slide" Target="slides/slide16.xml"/><Relationship Id="rId44" Type="http://schemas.openxmlformats.org/officeDocument/2006/relationships/font" Target="fonts/AlbertSans-boldItalic.fntdata"/><Relationship Id="rId21" Type="http://schemas.openxmlformats.org/officeDocument/2006/relationships/slide" Target="slides/slide15.xml"/><Relationship Id="rId43" Type="http://schemas.openxmlformats.org/officeDocument/2006/relationships/font" Target="fonts/AlbertSans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Figtree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Figtree-italic.fntdata"/><Relationship Id="rId30" Type="http://schemas.openxmlformats.org/officeDocument/2006/relationships/font" Target="fonts/Figtree-bold.fntdata"/><Relationship Id="rId11" Type="http://schemas.openxmlformats.org/officeDocument/2006/relationships/slide" Target="slides/slide5.xml"/><Relationship Id="rId33" Type="http://schemas.openxmlformats.org/officeDocument/2006/relationships/font" Target="fonts/JosefinSans-regular.fntdata"/><Relationship Id="rId10" Type="http://schemas.openxmlformats.org/officeDocument/2006/relationships/slide" Target="slides/slide4.xml"/><Relationship Id="rId32" Type="http://schemas.openxmlformats.org/officeDocument/2006/relationships/font" Target="fonts/Figtree-boldItalic.fntdata"/><Relationship Id="rId13" Type="http://schemas.openxmlformats.org/officeDocument/2006/relationships/slide" Target="slides/slide7.xml"/><Relationship Id="rId35" Type="http://schemas.openxmlformats.org/officeDocument/2006/relationships/font" Target="fonts/JosefinSans-italic.fntdata"/><Relationship Id="rId12" Type="http://schemas.openxmlformats.org/officeDocument/2006/relationships/slide" Target="slides/slide6.xml"/><Relationship Id="rId34" Type="http://schemas.openxmlformats.org/officeDocument/2006/relationships/font" Target="fonts/JosefinSans-bold.fntdata"/><Relationship Id="rId15" Type="http://schemas.openxmlformats.org/officeDocument/2006/relationships/slide" Target="slides/slide9.xml"/><Relationship Id="rId37" Type="http://schemas.openxmlformats.org/officeDocument/2006/relationships/font" Target="fonts/FigtreeSemiBold-regular.fntdata"/><Relationship Id="rId14" Type="http://schemas.openxmlformats.org/officeDocument/2006/relationships/slide" Target="slides/slide8.xml"/><Relationship Id="rId36" Type="http://schemas.openxmlformats.org/officeDocument/2006/relationships/font" Target="fonts/JosefinSans-boldItalic.fntdata"/><Relationship Id="rId17" Type="http://schemas.openxmlformats.org/officeDocument/2006/relationships/slide" Target="slides/slide11.xml"/><Relationship Id="rId39" Type="http://schemas.openxmlformats.org/officeDocument/2006/relationships/font" Target="fonts/FigtreeSemiBold-italic.fntdata"/><Relationship Id="rId16" Type="http://schemas.openxmlformats.org/officeDocument/2006/relationships/slide" Target="slides/slide10.xml"/><Relationship Id="rId38" Type="http://schemas.openxmlformats.org/officeDocument/2006/relationships/font" Target="fonts/FigtreeSemiBold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4-05T16:27:23.145">
    <p:pos x="6000" y="0"/>
    <p:text>https://chatgpt.com/c/67f12aa9-5170-8002-8dc3-4b8c499d3d03</p:text>
  </p:cm>
  <p:cm authorId="0" idx="2" dt="2025-04-05T16:26:35.398">
    <p:pos x="6000" y="100"/>
    <p:text>✅ Chapitre 4 : Organisation et mise en page
Objectif pédagogique :
Expliquer comment organiser proprement une interface utilisateur avec les gestionnaires de mise en page (Layout Managers).
Contenu à enseigner :
FlowLayout, BorderLayout, GridLayout : rôles, différences et utilisations courantes.
Exemple visuel précis (GridLayout avec plusieurs boutons).
Astuces pour enseigner :
Utilise des visuels clairs (schémas ou exemple live) pour démontrer chaque Layout Manager.
Explique comment et pourquoi choisir tel ou tel Layout selon la situation (ex : formulaire, tableau, barre d’outils).
✅ Chapitre 5 : Dialogues et fenêtres modales
Objectif pédagogique :
Apprendre à gérer les interactions utilisateur via des fenêtres temporaires modales pour améliorer l’expérience utilisateur.
Contenu à enseigner :
Concept de fenêtre modale (dialogue bloquant).
JOptionPane : usage courant et différents types (Information, Warning, Error).
Astuces pour enseigner :
Présente concrètement l’utilité des dialogues modaux (par exemple, confirmation de suppression, message d’erreur).
Fais des démonstrations simples mais percutantes (clic sur un bouton affichant un message important).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b251a38d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2b251a38d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910c9cffe2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1910c9cffe2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d431007ba2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d431007ba2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54dda1946d_6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54dda1946d_6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84d99d1a7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184d99d1a7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487b3921c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487b3921c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487b3921c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487b3921c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487b3921c2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487b3921c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54dda1946d_6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54dda1946d_6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487b3921c2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487b3921c2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1910c9cffe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1910c9cffe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487b3921c2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487b3921c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487b3921c2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487b3921c2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487b3921c2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487b3921c2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1ef9590fa11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1ef9590fa11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5543b17ad2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5543b17ad2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5543b17ad2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5543b17ad2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5543b17ad2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5543b17ad2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5543b17ad2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5543b17ad2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5543b17ad2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5543b17ad2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5543b17ad2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5543b17ad2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135e18421cc_1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135e18421cc_1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246325" y="877725"/>
            <a:ext cx="5040900" cy="265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5375175" y="3529225"/>
            <a:ext cx="2748600" cy="7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626" y="-9875"/>
            <a:ext cx="8166874" cy="5168900"/>
            <a:chOff x="626" y="-9875"/>
            <a:chExt cx="8166874" cy="5168900"/>
          </a:xfrm>
        </p:grpSpPr>
        <p:pic>
          <p:nvPicPr>
            <p:cNvPr id="12" name="Google Shape;12;p2"/>
            <p:cNvPicPr preferRelativeResize="0"/>
            <p:nvPr/>
          </p:nvPicPr>
          <p:blipFill rotWithShape="1">
            <a:blip r:embed="rId2">
              <a:alphaModFix/>
            </a:blip>
            <a:srcRect b="71801" l="-8828" r="-18011" t="0"/>
            <a:stretch/>
          </p:blipFill>
          <p:spPr>
            <a:xfrm rot="5400000">
              <a:off x="-1912725" y="1903475"/>
              <a:ext cx="5168900" cy="1342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3;p2"/>
            <p:cNvPicPr preferRelativeResize="0"/>
            <p:nvPr/>
          </p:nvPicPr>
          <p:blipFill rotWithShape="1">
            <a:blip r:embed="rId2">
              <a:alphaModFix/>
            </a:blip>
            <a:srcRect b="0" l="0" r="57004" t="-13636"/>
            <a:stretch/>
          </p:blipFill>
          <p:spPr>
            <a:xfrm rot="5400000">
              <a:off x="6067550" y="3059075"/>
              <a:ext cx="1027600" cy="3172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" name="Google Shape;14;p2"/>
          <p:cNvGrpSpPr/>
          <p:nvPr/>
        </p:nvGrpSpPr>
        <p:grpSpPr>
          <a:xfrm>
            <a:off x="625" y="1250"/>
            <a:ext cx="9143376" cy="5157775"/>
            <a:chOff x="625" y="1250"/>
            <a:chExt cx="9143376" cy="5157775"/>
          </a:xfrm>
        </p:grpSpPr>
        <p:pic>
          <p:nvPicPr>
            <p:cNvPr id="15" name="Google Shape;15;p2"/>
            <p:cNvPicPr preferRelativeResize="0"/>
            <p:nvPr/>
          </p:nvPicPr>
          <p:blipFill rotWithShape="1">
            <a:blip r:embed="rId3">
              <a:alphaModFix amt="70000"/>
            </a:blip>
            <a:srcRect b="52512" l="45027" r="0" t="0"/>
            <a:stretch/>
          </p:blipFill>
          <p:spPr>
            <a:xfrm flipH="1" rot="10800000">
              <a:off x="625" y="1250"/>
              <a:ext cx="2102401" cy="1872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Google Shape;16;p2"/>
            <p:cNvPicPr preferRelativeResize="0"/>
            <p:nvPr/>
          </p:nvPicPr>
          <p:blipFill rotWithShape="1">
            <a:blip r:embed="rId3">
              <a:alphaModFix amt="70000"/>
            </a:blip>
            <a:srcRect b="56343" l="0" r="43509" t="0"/>
            <a:stretch/>
          </p:blipFill>
          <p:spPr>
            <a:xfrm>
              <a:off x="6325550" y="2913550"/>
              <a:ext cx="2818451" cy="22454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" name="Google Shape;17;p2"/>
          <p:cNvGrpSpPr/>
          <p:nvPr/>
        </p:nvGrpSpPr>
        <p:grpSpPr>
          <a:xfrm>
            <a:off x="292350" y="1531475"/>
            <a:ext cx="8361225" cy="3225825"/>
            <a:chOff x="292350" y="1531475"/>
            <a:chExt cx="8361225" cy="3225825"/>
          </a:xfrm>
        </p:grpSpPr>
        <p:sp>
          <p:nvSpPr>
            <p:cNvPr id="18" name="Google Shape;18;p2"/>
            <p:cNvSpPr/>
            <p:nvPr/>
          </p:nvSpPr>
          <p:spPr>
            <a:xfrm>
              <a:off x="292350" y="1531475"/>
              <a:ext cx="154200" cy="154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25325" y="1812450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275025" y="1579050"/>
              <a:ext cx="233400" cy="233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592375" y="2803500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146550" y="4603100"/>
              <a:ext cx="154200" cy="154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4017888" y="2150850"/>
            <a:ext cx="28128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3"/>
          <p:cNvSpPr txBox="1"/>
          <p:nvPr>
            <p:ph hasCustomPrompt="1" idx="2" type="title"/>
          </p:nvPr>
        </p:nvSpPr>
        <p:spPr>
          <a:xfrm>
            <a:off x="2313313" y="2150850"/>
            <a:ext cx="1227000" cy="841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 amt="70000"/>
          </a:blip>
          <a:srcRect b="0" l="52" r="56533" t="28047"/>
          <a:stretch/>
        </p:blipFill>
        <p:spPr>
          <a:xfrm rot="10800000">
            <a:off x="1975" y="2320400"/>
            <a:ext cx="1662225" cy="28369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1686750" y="-15850"/>
            <a:ext cx="7457250" cy="5159350"/>
            <a:chOff x="1686750" y="-15850"/>
            <a:chExt cx="7457250" cy="5159350"/>
          </a:xfrm>
        </p:grpSpPr>
        <p:pic>
          <p:nvPicPr>
            <p:cNvPr id="28" name="Google Shape;28;p3"/>
            <p:cNvPicPr preferRelativeResize="0"/>
            <p:nvPr/>
          </p:nvPicPr>
          <p:blipFill rotWithShape="1">
            <a:blip r:embed="rId3">
              <a:alphaModFix/>
            </a:blip>
            <a:srcRect b="39752" l="-44450" r="-34568" t="12572"/>
            <a:stretch/>
          </p:blipFill>
          <p:spPr>
            <a:xfrm rot="-8">
              <a:off x="5548600" y="3373504"/>
              <a:ext cx="3595400" cy="17699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29;p3"/>
            <p:cNvPicPr preferRelativeResize="0"/>
            <p:nvPr/>
          </p:nvPicPr>
          <p:blipFill rotWithShape="1">
            <a:blip r:embed="rId4">
              <a:alphaModFix/>
            </a:blip>
            <a:srcRect b="-20766" l="32660" r="6015" t="-16671"/>
            <a:stretch/>
          </p:blipFill>
          <p:spPr>
            <a:xfrm flipH="1" rot="-5400004">
              <a:off x="2672837" y="-1001937"/>
              <a:ext cx="1218976" cy="31911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" name="Google Shape;30;p3"/>
          <p:cNvGrpSpPr/>
          <p:nvPr/>
        </p:nvGrpSpPr>
        <p:grpSpPr>
          <a:xfrm>
            <a:off x="371125" y="252400"/>
            <a:ext cx="8515850" cy="4574550"/>
            <a:chOff x="371125" y="252400"/>
            <a:chExt cx="8515850" cy="4574550"/>
          </a:xfrm>
        </p:grpSpPr>
        <p:sp>
          <p:nvSpPr>
            <p:cNvPr id="31" name="Google Shape;31;p3"/>
            <p:cNvSpPr/>
            <p:nvPr/>
          </p:nvSpPr>
          <p:spPr>
            <a:xfrm>
              <a:off x="5643975" y="252400"/>
              <a:ext cx="154200" cy="154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2313325" y="4765750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8653575" y="539500"/>
              <a:ext cx="233400" cy="233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8592375" y="1406125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371125" y="956075"/>
              <a:ext cx="154200" cy="154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" type="body"/>
          </p:nvPr>
        </p:nvSpPr>
        <p:spPr>
          <a:xfrm>
            <a:off x="720000" y="1215750"/>
            <a:ext cx="7704000" cy="3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pic>
        <p:nvPicPr>
          <p:cNvPr id="39" name="Google Shape;39;p4"/>
          <p:cNvPicPr preferRelativeResize="0"/>
          <p:nvPr/>
        </p:nvPicPr>
        <p:blipFill rotWithShape="1">
          <a:blip r:embed="rId2">
            <a:alphaModFix amt="70000"/>
          </a:blip>
          <a:srcRect b="0" l="57797" r="0" t="0"/>
          <a:stretch/>
        </p:blipFill>
        <p:spPr>
          <a:xfrm>
            <a:off x="3" y="301575"/>
            <a:ext cx="1391001" cy="339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4"/>
          <p:cNvPicPr preferRelativeResize="0"/>
          <p:nvPr/>
        </p:nvPicPr>
        <p:blipFill rotWithShape="1">
          <a:blip r:embed="rId3">
            <a:alphaModFix/>
          </a:blip>
          <a:srcRect b="0" l="0" r="46680" t="0"/>
          <a:stretch/>
        </p:blipFill>
        <p:spPr>
          <a:xfrm>
            <a:off x="7994250" y="3422450"/>
            <a:ext cx="1149751" cy="15813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oogle Shape;41;p4"/>
          <p:cNvGrpSpPr/>
          <p:nvPr/>
        </p:nvGrpSpPr>
        <p:grpSpPr>
          <a:xfrm>
            <a:off x="232900" y="192950"/>
            <a:ext cx="7479200" cy="4705650"/>
            <a:chOff x="232900" y="192950"/>
            <a:chExt cx="7479200" cy="4705650"/>
          </a:xfrm>
        </p:grpSpPr>
        <p:sp>
          <p:nvSpPr>
            <p:cNvPr id="42" name="Google Shape;42;p4"/>
            <p:cNvSpPr/>
            <p:nvPr/>
          </p:nvSpPr>
          <p:spPr>
            <a:xfrm>
              <a:off x="232900" y="4441175"/>
              <a:ext cx="154200" cy="154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842450" y="239450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7154550" y="4604000"/>
              <a:ext cx="233400" cy="233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7650900" y="4837400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46" name="Google Shape;46;p4"/>
            <p:cNvSpPr/>
            <p:nvPr/>
          </p:nvSpPr>
          <p:spPr>
            <a:xfrm>
              <a:off x="6952125" y="192950"/>
              <a:ext cx="154200" cy="154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" name="Google Shape;49;p5"/>
          <p:cNvSpPr txBox="1"/>
          <p:nvPr>
            <p:ph idx="1" type="subTitle"/>
          </p:nvPr>
        </p:nvSpPr>
        <p:spPr>
          <a:xfrm>
            <a:off x="3571500" y="3305750"/>
            <a:ext cx="4852500" cy="9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0" name="Google Shape;50;p5"/>
          <p:cNvSpPr txBox="1"/>
          <p:nvPr>
            <p:ph idx="2" type="subTitle"/>
          </p:nvPr>
        </p:nvSpPr>
        <p:spPr>
          <a:xfrm>
            <a:off x="720000" y="1625875"/>
            <a:ext cx="4852500" cy="9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3" type="subTitle"/>
          </p:nvPr>
        </p:nvSpPr>
        <p:spPr>
          <a:xfrm>
            <a:off x="720000" y="1262575"/>
            <a:ext cx="4852500" cy="43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52" name="Google Shape;52;p5"/>
          <p:cNvSpPr txBox="1"/>
          <p:nvPr>
            <p:ph idx="4" type="subTitle"/>
          </p:nvPr>
        </p:nvSpPr>
        <p:spPr>
          <a:xfrm>
            <a:off x="3571500" y="2942459"/>
            <a:ext cx="4852500" cy="43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grpSp>
        <p:nvGrpSpPr>
          <p:cNvPr id="53" name="Google Shape;53;p5"/>
          <p:cNvGrpSpPr/>
          <p:nvPr/>
        </p:nvGrpSpPr>
        <p:grpSpPr>
          <a:xfrm>
            <a:off x="-17851" y="-1006875"/>
            <a:ext cx="9197403" cy="7169998"/>
            <a:chOff x="-17851" y="-1006875"/>
            <a:chExt cx="9197403" cy="7169998"/>
          </a:xfrm>
        </p:grpSpPr>
        <p:pic>
          <p:nvPicPr>
            <p:cNvPr id="54" name="Google Shape;54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-3599995">
              <a:off x="727539" y="3699149"/>
              <a:ext cx="1354375" cy="250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" name="Google Shape;55;p5"/>
            <p:cNvPicPr preferRelativeResize="0"/>
            <p:nvPr/>
          </p:nvPicPr>
          <p:blipFill rotWithShape="1">
            <a:blip r:embed="rId3">
              <a:alphaModFix/>
            </a:blip>
            <a:srcRect b="42984" l="-28480" r="-19931" t="0"/>
            <a:stretch/>
          </p:blipFill>
          <p:spPr>
            <a:xfrm flipH="1" rot="-5399975">
              <a:off x="7011640" y="-181852"/>
              <a:ext cx="2992925" cy="134287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6" name="Google Shape;56;p5"/>
          <p:cNvPicPr preferRelativeResize="0"/>
          <p:nvPr/>
        </p:nvPicPr>
        <p:blipFill rotWithShape="1">
          <a:blip r:embed="rId4">
            <a:alphaModFix amt="70000"/>
          </a:blip>
          <a:srcRect b="20159" l="49441" r="0" t="0"/>
          <a:stretch/>
        </p:blipFill>
        <p:spPr>
          <a:xfrm>
            <a:off x="-17848" y="2848275"/>
            <a:ext cx="1409850" cy="22952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" name="Google Shape;57;p5"/>
          <p:cNvGrpSpPr/>
          <p:nvPr/>
        </p:nvGrpSpPr>
        <p:grpSpPr>
          <a:xfrm>
            <a:off x="309925" y="211625"/>
            <a:ext cx="8619925" cy="4684375"/>
            <a:chOff x="309925" y="211625"/>
            <a:chExt cx="8619925" cy="4684375"/>
          </a:xfrm>
        </p:grpSpPr>
        <p:sp>
          <p:nvSpPr>
            <p:cNvPr id="58" name="Google Shape;58;p5"/>
            <p:cNvSpPr/>
            <p:nvPr/>
          </p:nvSpPr>
          <p:spPr>
            <a:xfrm>
              <a:off x="8775650" y="4741800"/>
              <a:ext cx="154200" cy="154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59" name="Google Shape;59;p5"/>
            <p:cNvSpPr/>
            <p:nvPr/>
          </p:nvSpPr>
          <p:spPr>
            <a:xfrm>
              <a:off x="309925" y="2635000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60" name="Google Shape;60;p5"/>
            <p:cNvSpPr/>
            <p:nvPr/>
          </p:nvSpPr>
          <p:spPr>
            <a:xfrm>
              <a:off x="7603250" y="211625"/>
              <a:ext cx="233400" cy="233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8822150" y="2367425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371125" y="1831850"/>
              <a:ext cx="154200" cy="154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5" name="Google Shape;65;p6"/>
          <p:cNvGrpSpPr/>
          <p:nvPr/>
        </p:nvGrpSpPr>
        <p:grpSpPr>
          <a:xfrm>
            <a:off x="0" y="23771"/>
            <a:ext cx="9144000" cy="5119729"/>
            <a:chOff x="0" y="23771"/>
            <a:chExt cx="9144000" cy="5119729"/>
          </a:xfrm>
        </p:grpSpPr>
        <p:pic>
          <p:nvPicPr>
            <p:cNvPr id="66" name="Google Shape;66;p6"/>
            <p:cNvPicPr preferRelativeResize="0"/>
            <p:nvPr/>
          </p:nvPicPr>
          <p:blipFill rotWithShape="1">
            <a:blip r:embed="rId2">
              <a:alphaModFix amt="70000"/>
            </a:blip>
            <a:srcRect b="20159" l="61878" r="0" t="0"/>
            <a:stretch/>
          </p:blipFill>
          <p:spPr>
            <a:xfrm flipH="1">
              <a:off x="8080976" y="2848275"/>
              <a:ext cx="1063024" cy="22952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6"/>
            <p:cNvPicPr preferRelativeResize="0"/>
            <p:nvPr/>
          </p:nvPicPr>
          <p:blipFill rotWithShape="1">
            <a:blip r:embed="rId2">
              <a:alphaModFix amt="70000"/>
            </a:blip>
            <a:srcRect b="-2679" l="61878" r="0" t="0"/>
            <a:stretch/>
          </p:blipFill>
          <p:spPr>
            <a:xfrm flipH="1" rot="10800000">
              <a:off x="0" y="23771"/>
              <a:ext cx="1063024" cy="295185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8" name="Google Shape;68;p6"/>
          <p:cNvPicPr preferRelativeResize="0"/>
          <p:nvPr/>
        </p:nvPicPr>
        <p:blipFill rotWithShape="1">
          <a:blip r:embed="rId3">
            <a:alphaModFix/>
          </a:blip>
          <a:srcRect b="42984" l="-35022" r="-39741" t="17479"/>
          <a:stretch/>
        </p:blipFill>
        <p:spPr>
          <a:xfrm rot="-26">
            <a:off x="-811350" y="4433935"/>
            <a:ext cx="2685725" cy="7095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" name="Google Shape;69;p6"/>
          <p:cNvGrpSpPr/>
          <p:nvPr/>
        </p:nvGrpSpPr>
        <p:grpSpPr>
          <a:xfrm>
            <a:off x="193250" y="212800"/>
            <a:ext cx="8754925" cy="4768350"/>
            <a:chOff x="193250" y="212800"/>
            <a:chExt cx="8754925" cy="4768350"/>
          </a:xfrm>
        </p:grpSpPr>
        <p:sp>
          <p:nvSpPr>
            <p:cNvPr id="70" name="Google Shape;70;p6"/>
            <p:cNvSpPr/>
            <p:nvPr/>
          </p:nvSpPr>
          <p:spPr>
            <a:xfrm>
              <a:off x="193250" y="2862075"/>
              <a:ext cx="154200" cy="154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71" name="Google Shape;71;p6"/>
            <p:cNvSpPr/>
            <p:nvPr/>
          </p:nvSpPr>
          <p:spPr>
            <a:xfrm>
              <a:off x="2313325" y="4765750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72" name="Google Shape;72;p6"/>
            <p:cNvSpPr/>
            <p:nvPr/>
          </p:nvSpPr>
          <p:spPr>
            <a:xfrm>
              <a:off x="7847575" y="212800"/>
              <a:ext cx="233400" cy="233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73" name="Google Shape;73;p6"/>
            <p:cNvSpPr/>
            <p:nvPr/>
          </p:nvSpPr>
          <p:spPr>
            <a:xfrm>
              <a:off x="8886975" y="2458800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74" name="Google Shape;74;p6"/>
            <p:cNvSpPr/>
            <p:nvPr/>
          </p:nvSpPr>
          <p:spPr>
            <a:xfrm>
              <a:off x="3393800" y="4826950"/>
              <a:ext cx="154200" cy="154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/>
          <p:cNvSpPr txBox="1"/>
          <p:nvPr>
            <p:ph type="title"/>
          </p:nvPr>
        </p:nvSpPr>
        <p:spPr>
          <a:xfrm>
            <a:off x="713225" y="1027950"/>
            <a:ext cx="42948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7" name="Google Shape;77;p7"/>
          <p:cNvSpPr txBox="1"/>
          <p:nvPr>
            <p:ph idx="1" type="subTitle"/>
          </p:nvPr>
        </p:nvSpPr>
        <p:spPr>
          <a:xfrm>
            <a:off x="713225" y="1600650"/>
            <a:ext cx="4294800" cy="251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/>
            </a:lvl9pPr>
          </a:lstStyle>
          <a:p/>
        </p:txBody>
      </p:sp>
      <p:pic>
        <p:nvPicPr>
          <p:cNvPr id="78" name="Google Shape;78;p7"/>
          <p:cNvPicPr preferRelativeResize="0"/>
          <p:nvPr/>
        </p:nvPicPr>
        <p:blipFill rotWithShape="1">
          <a:blip r:embed="rId2">
            <a:alphaModFix amt="70000"/>
          </a:blip>
          <a:srcRect b="21358" l="29977" r="-10713" t="0"/>
          <a:stretch/>
        </p:blipFill>
        <p:spPr>
          <a:xfrm flipH="1" rot="-5400000">
            <a:off x="6064787" y="-4337"/>
            <a:ext cx="3088100" cy="3100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7"/>
          <p:cNvPicPr preferRelativeResize="0"/>
          <p:nvPr/>
        </p:nvPicPr>
        <p:blipFill rotWithShape="1">
          <a:blip r:embed="rId3">
            <a:alphaModFix/>
          </a:blip>
          <a:srcRect b="0" l="0" r="47737" t="0"/>
          <a:stretch/>
        </p:blipFill>
        <p:spPr>
          <a:xfrm flipH="1">
            <a:off x="-3" y="3302075"/>
            <a:ext cx="1262401" cy="17713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" name="Google Shape;80;p7"/>
          <p:cNvGrpSpPr/>
          <p:nvPr/>
        </p:nvGrpSpPr>
        <p:grpSpPr>
          <a:xfrm>
            <a:off x="1769000" y="315100"/>
            <a:ext cx="7185625" cy="4591150"/>
            <a:chOff x="1769000" y="315100"/>
            <a:chExt cx="7185625" cy="4591150"/>
          </a:xfrm>
        </p:grpSpPr>
        <p:sp>
          <p:nvSpPr>
            <p:cNvPr id="81" name="Google Shape;81;p7"/>
            <p:cNvSpPr/>
            <p:nvPr/>
          </p:nvSpPr>
          <p:spPr>
            <a:xfrm>
              <a:off x="2586700" y="4845050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82" name="Google Shape;82;p7"/>
            <p:cNvSpPr/>
            <p:nvPr/>
          </p:nvSpPr>
          <p:spPr>
            <a:xfrm>
              <a:off x="8721225" y="3991775"/>
              <a:ext cx="233400" cy="233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83" name="Google Shape;83;p7"/>
            <p:cNvSpPr/>
            <p:nvPr/>
          </p:nvSpPr>
          <p:spPr>
            <a:xfrm>
              <a:off x="5857100" y="315100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84" name="Google Shape;84;p7"/>
            <p:cNvSpPr/>
            <p:nvPr/>
          </p:nvSpPr>
          <p:spPr>
            <a:xfrm>
              <a:off x="1769000" y="4604000"/>
              <a:ext cx="154200" cy="154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  <p:sp>
        <p:nvSpPr>
          <p:cNvPr id="85" name="Google Shape;85;p7"/>
          <p:cNvSpPr/>
          <p:nvPr>
            <p:ph idx="2" type="pic"/>
          </p:nvPr>
        </p:nvSpPr>
        <p:spPr>
          <a:xfrm>
            <a:off x="5313225" y="1086375"/>
            <a:ext cx="3301800" cy="3301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88" name="Google Shape;88;p8"/>
          <p:cNvGrpSpPr/>
          <p:nvPr/>
        </p:nvGrpSpPr>
        <p:grpSpPr>
          <a:xfrm flipH="1">
            <a:off x="977126" y="-9875"/>
            <a:ext cx="8166874" cy="5168900"/>
            <a:chOff x="626" y="-9875"/>
            <a:chExt cx="8166874" cy="5168900"/>
          </a:xfrm>
        </p:grpSpPr>
        <p:pic>
          <p:nvPicPr>
            <p:cNvPr id="89" name="Google Shape;89;p8"/>
            <p:cNvPicPr preferRelativeResize="0"/>
            <p:nvPr/>
          </p:nvPicPr>
          <p:blipFill rotWithShape="1">
            <a:blip r:embed="rId2">
              <a:alphaModFix/>
            </a:blip>
            <a:srcRect b="71801" l="-8828" r="-18011" t="0"/>
            <a:stretch/>
          </p:blipFill>
          <p:spPr>
            <a:xfrm rot="5400000">
              <a:off x="-1912725" y="1903475"/>
              <a:ext cx="5168900" cy="1342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" name="Google Shape;90;p8"/>
            <p:cNvPicPr preferRelativeResize="0"/>
            <p:nvPr/>
          </p:nvPicPr>
          <p:blipFill rotWithShape="1">
            <a:blip r:embed="rId2">
              <a:alphaModFix/>
            </a:blip>
            <a:srcRect b="0" l="0" r="57004" t="-13636"/>
            <a:stretch/>
          </p:blipFill>
          <p:spPr>
            <a:xfrm rot="5400000">
              <a:off x="6067550" y="3059075"/>
              <a:ext cx="1027600" cy="3172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1" name="Google Shape;91;p8"/>
          <p:cNvGrpSpPr/>
          <p:nvPr/>
        </p:nvGrpSpPr>
        <p:grpSpPr>
          <a:xfrm flipH="1">
            <a:off x="491051" y="1531475"/>
            <a:ext cx="8361225" cy="3225825"/>
            <a:chOff x="292350" y="1531475"/>
            <a:chExt cx="8361225" cy="3225825"/>
          </a:xfrm>
        </p:grpSpPr>
        <p:sp>
          <p:nvSpPr>
            <p:cNvPr id="92" name="Google Shape;92;p8"/>
            <p:cNvSpPr/>
            <p:nvPr/>
          </p:nvSpPr>
          <p:spPr>
            <a:xfrm>
              <a:off x="292350" y="1531475"/>
              <a:ext cx="154200" cy="154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93" name="Google Shape;93;p8"/>
            <p:cNvSpPr/>
            <p:nvPr/>
          </p:nvSpPr>
          <p:spPr>
            <a:xfrm>
              <a:off x="525325" y="1812450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94" name="Google Shape;94;p8"/>
            <p:cNvSpPr/>
            <p:nvPr/>
          </p:nvSpPr>
          <p:spPr>
            <a:xfrm>
              <a:off x="8275025" y="1579050"/>
              <a:ext cx="233400" cy="233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95" name="Google Shape;95;p8"/>
            <p:cNvSpPr/>
            <p:nvPr/>
          </p:nvSpPr>
          <p:spPr>
            <a:xfrm>
              <a:off x="8592375" y="2803500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96" name="Google Shape;96;p8"/>
            <p:cNvSpPr/>
            <p:nvPr/>
          </p:nvSpPr>
          <p:spPr>
            <a:xfrm>
              <a:off x="3146550" y="4603100"/>
              <a:ext cx="154200" cy="154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  <p:pic>
        <p:nvPicPr>
          <p:cNvPr id="97" name="Google Shape;97;p8"/>
          <p:cNvPicPr preferRelativeResize="0"/>
          <p:nvPr/>
        </p:nvPicPr>
        <p:blipFill rotWithShape="1">
          <a:blip r:embed="rId3">
            <a:alphaModFix amt="70000"/>
          </a:blip>
          <a:srcRect b="0" l="-1418" r="62230" t="4058"/>
          <a:stretch/>
        </p:blipFill>
        <p:spPr>
          <a:xfrm rot="-5400000">
            <a:off x="3164913" y="-1141212"/>
            <a:ext cx="1500424" cy="3782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2135550" y="3365900"/>
            <a:ext cx="4872900" cy="4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01" name="Google Shape;101;p9"/>
          <p:cNvGrpSpPr/>
          <p:nvPr/>
        </p:nvGrpSpPr>
        <p:grpSpPr>
          <a:xfrm>
            <a:off x="1686750" y="-15850"/>
            <a:ext cx="7457250" cy="5159350"/>
            <a:chOff x="1686750" y="-15850"/>
            <a:chExt cx="7457250" cy="5159350"/>
          </a:xfrm>
        </p:grpSpPr>
        <p:pic>
          <p:nvPicPr>
            <p:cNvPr id="102" name="Google Shape;102;p9"/>
            <p:cNvPicPr preferRelativeResize="0"/>
            <p:nvPr/>
          </p:nvPicPr>
          <p:blipFill rotWithShape="1">
            <a:blip r:embed="rId2">
              <a:alphaModFix/>
            </a:blip>
            <a:srcRect b="39752" l="-44450" r="-34568" t="12572"/>
            <a:stretch/>
          </p:blipFill>
          <p:spPr>
            <a:xfrm rot="-8">
              <a:off x="5548600" y="3373504"/>
              <a:ext cx="3595400" cy="17699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" name="Google Shape;103;p9"/>
            <p:cNvPicPr preferRelativeResize="0"/>
            <p:nvPr/>
          </p:nvPicPr>
          <p:blipFill rotWithShape="1">
            <a:blip r:embed="rId3">
              <a:alphaModFix/>
            </a:blip>
            <a:srcRect b="-20766" l="32660" r="6015" t="-16671"/>
            <a:stretch/>
          </p:blipFill>
          <p:spPr>
            <a:xfrm flipH="1" rot="-5400004">
              <a:off x="2672837" y="-1001937"/>
              <a:ext cx="1218976" cy="31911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4" name="Google Shape;104;p9"/>
          <p:cNvGrpSpPr/>
          <p:nvPr/>
        </p:nvGrpSpPr>
        <p:grpSpPr>
          <a:xfrm>
            <a:off x="371125" y="252400"/>
            <a:ext cx="8515850" cy="4574550"/>
            <a:chOff x="371125" y="252400"/>
            <a:chExt cx="8515850" cy="4574550"/>
          </a:xfrm>
        </p:grpSpPr>
        <p:sp>
          <p:nvSpPr>
            <p:cNvPr id="105" name="Google Shape;105;p9"/>
            <p:cNvSpPr/>
            <p:nvPr/>
          </p:nvSpPr>
          <p:spPr>
            <a:xfrm>
              <a:off x="5643975" y="252400"/>
              <a:ext cx="154200" cy="154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106" name="Google Shape;106;p9"/>
            <p:cNvSpPr/>
            <p:nvPr/>
          </p:nvSpPr>
          <p:spPr>
            <a:xfrm>
              <a:off x="2313325" y="4765750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107" name="Google Shape;107;p9"/>
            <p:cNvSpPr/>
            <p:nvPr/>
          </p:nvSpPr>
          <p:spPr>
            <a:xfrm>
              <a:off x="8653575" y="539500"/>
              <a:ext cx="233400" cy="233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108" name="Google Shape;108;p9"/>
            <p:cNvSpPr/>
            <p:nvPr/>
          </p:nvSpPr>
          <p:spPr>
            <a:xfrm>
              <a:off x="8592375" y="1406125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109" name="Google Shape;109;p9"/>
            <p:cNvSpPr/>
            <p:nvPr/>
          </p:nvSpPr>
          <p:spPr>
            <a:xfrm>
              <a:off x="371125" y="956075"/>
              <a:ext cx="154200" cy="154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  <p:pic>
        <p:nvPicPr>
          <p:cNvPr id="110" name="Google Shape;110;p9"/>
          <p:cNvPicPr preferRelativeResize="0"/>
          <p:nvPr/>
        </p:nvPicPr>
        <p:blipFill rotWithShape="1">
          <a:blip r:embed="rId4">
            <a:alphaModFix amt="70000"/>
          </a:blip>
          <a:srcRect b="52512" l="45027" r="0" t="0"/>
          <a:stretch/>
        </p:blipFill>
        <p:spPr>
          <a:xfrm flipH="1" rot="5400000">
            <a:off x="-115000" y="3156100"/>
            <a:ext cx="2102401" cy="18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"/>
          <p:cNvSpPr/>
          <p:nvPr>
            <p:ph idx="2" type="pic"/>
          </p:nvPr>
        </p:nvSpPr>
        <p:spPr>
          <a:xfrm>
            <a:off x="0" y="-14875"/>
            <a:ext cx="9144000" cy="515850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10"/>
          <p:cNvSpPr txBox="1"/>
          <p:nvPr>
            <p:ph type="title"/>
          </p:nvPr>
        </p:nvSpPr>
        <p:spPr>
          <a:xfrm>
            <a:off x="4662475" y="3817500"/>
            <a:ext cx="3768300" cy="7695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b="0"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/>
          <p:nvPr>
            <p:ph hasCustomPrompt="1" type="title"/>
          </p:nvPr>
        </p:nvSpPr>
        <p:spPr>
          <a:xfrm>
            <a:off x="713225" y="1592950"/>
            <a:ext cx="2390700" cy="112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16" name="Google Shape;116;p11"/>
          <p:cNvSpPr txBox="1"/>
          <p:nvPr>
            <p:ph idx="1" type="subTitle"/>
          </p:nvPr>
        </p:nvSpPr>
        <p:spPr>
          <a:xfrm>
            <a:off x="713225" y="2835350"/>
            <a:ext cx="2390700" cy="71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17" name="Google Shape;117;p11"/>
          <p:cNvGrpSpPr/>
          <p:nvPr/>
        </p:nvGrpSpPr>
        <p:grpSpPr>
          <a:xfrm>
            <a:off x="-1" y="0"/>
            <a:ext cx="9144002" cy="5143501"/>
            <a:chOff x="-1" y="0"/>
            <a:chExt cx="9144002" cy="5143501"/>
          </a:xfrm>
        </p:grpSpPr>
        <p:pic>
          <p:nvPicPr>
            <p:cNvPr id="118" name="Google Shape;118;p11"/>
            <p:cNvPicPr preferRelativeResize="0"/>
            <p:nvPr/>
          </p:nvPicPr>
          <p:blipFill rotWithShape="1">
            <a:blip r:embed="rId2">
              <a:alphaModFix amt="70000"/>
            </a:blip>
            <a:srcRect b="1382" l="-763" r="44196" t="-8575"/>
            <a:stretch/>
          </p:blipFill>
          <p:spPr>
            <a:xfrm rot="-5400000">
              <a:off x="5903950" y="-1045875"/>
              <a:ext cx="2194175" cy="4285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" name="Google Shape;119;p11"/>
            <p:cNvPicPr preferRelativeResize="0"/>
            <p:nvPr/>
          </p:nvPicPr>
          <p:blipFill rotWithShape="1">
            <a:blip r:embed="rId2">
              <a:alphaModFix amt="70000"/>
            </a:blip>
            <a:srcRect b="29030" l="-15334" r="48778" t="-9005"/>
            <a:stretch/>
          </p:blipFill>
          <p:spPr>
            <a:xfrm rot="5400000">
              <a:off x="193511" y="3328638"/>
              <a:ext cx="1621351" cy="2008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0" name="Google Shape;120;p11"/>
          <p:cNvGrpSpPr/>
          <p:nvPr/>
        </p:nvGrpSpPr>
        <p:grpSpPr>
          <a:xfrm>
            <a:off x="1" y="-85225"/>
            <a:ext cx="6926861" cy="5228713"/>
            <a:chOff x="1" y="-85225"/>
            <a:chExt cx="6926861" cy="5228713"/>
          </a:xfrm>
        </p:grpSpPr>
        <p:pic>
          <p:nvPicPr>
            <p:cNvPr id="121" name="Google Shape;121;p11"/>
            <p:cNvPicPr preferRelativeResize="0"/>
            <p:nvPr/>
          </p:nvPicPr>
          <p:blipFill rotWithShape="1">
            <a:blip r:embed="rId3">
              <a:alphaModFix/>
            </a:blip>
            <a:srcRect b="42984" l="-28480" r="-19931" t="0"/>
            <a:stretch/>
          </p:blipFill>
          <p:spPr>
            <a:xfrm rot="-25">
              <a:off x="3933937" y="3800598"/>
              <a:ext cx="2992925" cy="13428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" name="Google Shape;122;p11"/>
            <p:cNvPicPr preferRelativeResize="0"/>
            <p:nvPr/>
          </p:nvPicPr>
          <p:blipFill rotWithShape="1">
            <a:blip r:embed="rId4">
              <a:alphaModFix/>
            </a:blip>
            <a:srcRect b="-35602" l="9107" r="46679" t="23432"/>
            <a:stretch/>
          </p:blipFill>
          <p:spPr>
            <a:xfrm flipH="1">
              <a:off x="1" y="-85225"/>
              <a:ext cx="953374" cy="17739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3" name="Google Shape;123;p11"/>
          <p:cNvGrpSpPr/>
          <p:nvPr/>
        </p:nvGrpSpPr>
        <p:grpSpPr>
          <a:xfrm>
            <a:off x="218725" y="192925"/>
            <a:ext cx="8488500" cy="4644475"/>
            <a:chOff x="218725" y="192925"/>
            <a:chExt cx="8488500" cy="4644475"/>
          </a:xfrm>
        </p:grpSpPr>
        <p:sp>
          <p:nvSpPr>
            <p:cNvPr id="124" name="Google Shape;124;p11"/>
            <p:cNvSpPr/>
            <p:nvPr/>
          </p:nvSpPr>
          <p:spPr>
            <a:xfrm>
              <a:off x="3779725" y="192925"/>
              <a:ext cx="154200" cy="154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125" name="Google Shape;125;p11"/>
            <p:cNvSpPr/>
            <p:nvPr/>
          </p:nvSpPr>
          <p:spPr>
            <a:xfrm>
              <a:off x="3532300" y="4776200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126" name="Google Shape;126;p11"/>
            <p:cNvSpPr/>
            <p:nvPr/>
          </p:nvSpPr>
          <p:spPr>
            <a:xfrm>
              <a:off x="7603075" y="4604000"/>
              <a:ext cx="233400" cy="233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127" name="Google Shape;127;p11"/>
            <p:cNvSpPr/>
            <p:nvPr/>
          </p:nvSpPr>
          <p:spPr>
            <a:xfrm>
              <a:off x="8646025" y="4250425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128" name="Google Shape;128;p11"/>
            <p:cNvSpPr/>
            <p:nvPr/>
          </p:nvSpPr>
          <p:spPr>
            <a:xfrm>
              <a:off x="218725" y="2251475"/>
              <a:ext cx="154200" cy="154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2" name="Google Shape;132;p13"/>
          <p:cNvSpPr txBox="1"/>
          <p:nvPr>
            <p:ph hasCustomPrompt="1" idx="2" type="title"/>
          </p:nvPr>
        </p:nvSpPr>
        <p:spPr>
          <a:xfrm>
            <a:off x="1246825" y="1620901"/>
            <a:ext cx="734700" cy="572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3" name="Google Shape;133;p13"/>
          <p:cNvSpPr txBox="1"/>
          <p:nvPr>
            <p:ph hasCustomPrompt="1" idx="3" type="title"/>
          </p:nvPr>
        </p:nvSpPr>
        <p:spPr>
          <a:xfrm>
            <a:off x="4780800" y="1620901"/>
            <a:ext cx="734700" cy="572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4" name="Google Shape;134;p13"/>
          <p:cNvSpPr txBox="1"/>
          <p:nvPr>
            <p:ph hasCustomPrompt="1" idx="4" type="title"/>
          </p:nvPr>
        </p:nvSpPr>
        <p:spPr>
          <a:xfrm>
            <a:off x="1246825" y="2577273"/>
            <a:ext cx="734700" cy="572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5" name="Google Shape;135;p13"/>
          <p:cNvSpPr txBox="1"/>
          <p:nvPr>
            <p:ph hasCustomPrompt="1" idx="5" type="title"/>
          </p:nvPr>
        </p:nvSpPr>
        <p:spPr>
          <a:xfrm>
            <a:off x="4780800" y="2577273"/>
            <a:ext cx="734700" cy="572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6" name="Google Shape;136;p13"/>
          <p:cNvSpPr txBox="1"/>
          <p:nvPr>
            <p:ph hasCustomPrompt="1" idx="6" type="title"/>
          </p:nvPr>
        </p:nvSpPr>
        <p:spPr>
          <a:xfrm>
            <a:off x="1246825" y="3533676"/>
            <a:ext cx="734700" cy="572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7" name="Google Shape;137;p13"/>
          <p:cNvSpPr txBox="1"/>
          <p:nvPr>
            <p:ph hasCustomPrompt="1" idx="7" type="title"/>
          </p:nvPr>
        </p:nvSpPr>
        <p:spPr>
          <a:xfrm>
            <a:off x="4780800" y="3533676"/>
            <a:ext cx="734700" cy="572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8" name="Google Shape;138;p13"/>
          <p:cNvSpPr txBox="1"/>
          <p:nvPr>
            <p:ph idx="1" type="subTitle"/>
          </p:nvPr>
        </p:nvSpPr>
        <p:spPr>
          <a:xfrm>
            <a:off x="2057725" y="1620901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39" name="Google Shape;139;p13"/>
          <p:cNvSpPr txBox="1"/>
          <p:nvPr>
            <p:ph idx="8" type="subTitle"/>
          </p:nvPr>
        </p:nvSpPr>
        <p:spPr>
          <a:xfrm>
            <a:off x="2057725" y="257727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40" name="Google Shape;140;p13"/>
          <p:cNvSpPr txBox="1"/>
          <p:nvPr>
            <p:ph idx="9" type="subTitle"/>
          </p:nvPr>
        </p:nvSpPr>
        <p:spPr>
          <a:xfrm>
            <a:off x="2057725" y="3533676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41" name="Google Shape;141;p13"/>
          <p:cNvSpPr txBox="1"/>
          <p:nvPr>
            <p:ph idx="13" type="subTitle"/>
          </p:nvPr>
        </p:nvSpPr>
        <p:spPr>
          <a:xfrm>
            <a:off x="5591700" y="1620901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42" name="Google Shape;142;p13"/>
          <p:cNvSpPr txBox="1"/>
          <p:nvPr>
            <p:ph idx="14" type="subTitle"/>
          </p:nvPr>
        </p:nvSpPr>
        <p:spPr>
          <a:xfrm>
            <a:off x="5591700" y="257727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43" name="Google Shape;143;p13"/>
          <p:cNvSpPr txBox="1"/>
          <p:nvPr>
            <p:ph idx="15" type="subTitle"/>
          </p:nvPr>
        </p:nvSpPr>
        <p:spPr>
          <a:xfrm>
            <a:off x="5591700" y="3533676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pic>
        <p:nvPicPr>
          <p:cNvPr id="144" name="Google Shape;144;p13"/>
          <p:cNvPicPr preferRelativeResize="0"/>
          <p:nvPr/>
        </p:nvPicPr>
        <p:blipFill rotWithShape="1">
          <a:blip r:embed="rId2">
            <a:alphaModFix amt="70000"/>
          </a:blip>
          <a:srcRect b="-12220" l="0" r="61640" t="0"/>
          <a:stretch/>
        </p:blipFill>
        <p:spPr>
          <a:xfrm flipH="1" rot="-5399984">
            <a:off x="4905163" y="2205566"/>
            <a:ext cx="1467050" cy="44246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3"/>
          <p:cNvPicPr preferRelativeResize="0"/>
          <p:nvPr/>
        </p:nvPicPr>
        <p:blipFill rotWithShape="1">
          <a:blip r:embed="rId3">
            <a:alphaModFix/>
          </a:blip>
          <a:srcRect b="-13099" l="5125" r="43202" t="-23924"/>
          <a:stretch/>
        </p:blipFill>
        <p:spPr>
          <a:xfrm rot="5400004">
            <a:off x="3336837" y="2869063"/>
            <a:ext cx="1119875" cy="34686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6" name="Google Shape;146;p13"/>
          <p:cNvGrpSpPr/>
          <p:nvPr/>
        </p:nvGrpSpPr>
        <p:grpSpPr>
          <a:xfrm>
            <a:off x="123875" y="508900"/>
            <a:ext cx="8747725" cy="4094200"/>
            <a:chOff x="123875" y="508900"/>
            <a:chExt cx="8747725" cy="4094200"/>
          </a:xfrm>
        </p:grpSpPr>
        <p:sp>
          <p:nvSpPr>
            <p:cNvPr id="147" name="Google Shape;147;p13"/>
            <p:cNvSpPr/>
            <p:nvPr/>
          </p:nvSpPr>
          <p:spPr>
            <a:xfrm>
              <a:off x="8424000" y="4448900"/>
              <a:ext cx="154200" cy="154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148" name="Google Shape;148;p13"/>
            <p:cNvSpPr/>
            <p:nvPr/>
          </p:nvSpPr>
          <p:spPr>
            <a:xfrm>
              <a:off x="242800" y="3878600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149" name="Google Shape;149;p13"/>
            <p:cNvSpPr/>
            <p:nvPr/>
          </p:nvSpPr>
          <p:spPr>
            <a:xfrm>
              <a:off x="8424000" y="868775"/>
              <a:ext cx="233400" cy="233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8810400" y="2193600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497825" y="2039400"/>
              <a:ext cx="154200" cy="154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152" name="Google Shape;152;p13"/>
            <p:cNvSpPr/>
            <p:nvPr/>
          </p:nvSpPr>
          <p:spPr>
            <a:xfrm>
              <a:off x="123875" y="508900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4"/>
          <p:cNvSpPr txBox="1"/>
          <p:nvPr>
            <p:ph type="title"/>
          </p:nvPr>
        </p:nvSpPr>
        <p:spPr>
          <a:xfrm>
            <a:off x="713225" y="1596875"/>
            <a:ext cx="3796200" cy="482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155" name="Google Shape;155;p14"/>
          <p:cNvPicPr preferRelativeResize="0"/>
          <p:nvPr/>
        </p:nvPicPr>
        <p:blipFill rotWithShape="1">
          <a:blip r:embed="rId2">
            <a:alphaModFix amt="70000"/>
          </a:blip>
          <a:srcRect b="0" l="0" r="55892" t="61050"/>
          <a:stretch/>
        </p:blipFill>
        <p:spPr>
          <a:xfrm>
            <a:off x="6943525" y="0"/>
            <a:ext cx="2200476" cy="20033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6" name="Google Shape;156;p14"/>
          <p:cNvGrpSpPr/>
          <p:nvPr/>
        </p:nvGrpSpPr>
        <p:grpSpPr>
          <a:xfrm>
            <a:off x="188350" y="241175"/>
            <a:ext cx="8698625" cy="4479525"/>
            <a:chOff x="188350" y="241175"/>
            <a:chExt cx="8698625" cy="4479525"/>
          </a:xfrm>
        </p:grpSpPr>
        <p:sp>
          <p:nvSpPr>
            <p:cNvPr id="157" name="Google Shape;157;p14"/>
            <p:cNvSpPr/>
            <p:nvPr/>
          </p:nvSpPr>
          <p:spPr>
            <a:xfrm>
              <a:off x="7763950" y="241175"/>
              <a:ext cx="154200" cy="154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158" name="Google Shape;158;p14"/>
            <p:cNvSpPr/>
            <p:nvPr/>
          </p:nvSpPr>
          <p:spPr>
            <a:xfrm>
              <a:off x="8592375" y="3834175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159" name="Google Shape;159;p14"/>
            <p:cNvSpPr/>
            <p:nvPr/>
          </p:nvSpPr>
          <p:spPr>
            <a:xfrm>
              <a:off x="8653575" y="4487300"/>
              <a:ext cx="233400" cy="233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160" name="Google Shape;160;p14"/>
            <p:cNvSpPr/>
            <p:nvPr/>
          </p:nvSpPr>
          <p:spPr>
            <a:xfrm>
              <a:off x="188350" y="1535675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161" name="Google Shape;161;p14"/>
            <p:cNvSpPr/>
            <p:nvPr/>
          </p:nvSpPr>
          <p:spPr>
            <a:xfrm>
              <a:off x="321575" y="2452550"/>
              <a:ext cx="154200" cy="154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  <p:pic>
        <p:nvPicPr>
          <p:cNvPr id="162" name="Google Shape;162;p14"/>
          <p:cNvPicPr preferRelativeResize="0"/>
          <p:nvPr/>
        </p:nvPicPr>
        <p:blipFill rotWithShape="1">
          <a:blip r:embed="rId3">
            <a:alphaModFix/>
          </a:blip>
          <a:srcRect b="-39421" l="10485" r="46680" t="-15353"/>
          <a:stretch/>
        </p:blipFill>
        <p:spPr>
          <a:xfrm flipH="1">
            <a:off x="0" y="2713975"/>
            <a:ext cx="923649" cy="244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165" name="Google Shape;165;p15"/>
          <p:cNvPicPr preferRelativeResize="0"/>
          <p:nvPr/>
        </p:nvPicPr>
        <p:blipFill rotWithShape="1">
          <a:blip r:embed="rId2">
            <a:alphaModFix amt="70000"/>
          </a:blip>
          <a:srcRect b="4095" l="4054" r="63718" t="31612"/>
          <a:stretch/>
        </p:blipFill>
        <p:spPr>
          <a:xfrm>
            <a:off x="8049225" y="0"/>
            <a:ext cx="1094774" cy="224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5"/>
          <p:cNvPicPr preferRelativeResize="0"/>
          <p:nvPr/>
        </p:nvPicPr>
        <p:blipFill rotWithShape="1">
          <a:blip r:embed="rId3">
            <a:alphaModFix/>
          </a:blip>
          <a:srcRect b="-20766" l="32660" r="6015" t="-16671"/>
          <a:stretch/>
        </p:blipFill>
        <p:spPr>
          <a:xfrm flipH="1" rot="10799995">
            <a:off x="0" y="1024725"/>
            <a:ext cx="804850" cy="2106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" name="Google Shape;167;p15"/>
          <p:cNvGrpSpPr/>
          <p:nvPr/>
        </p:nvGrpSpPr>
        <p:grpSpPr>
          <a:xfrm>
            <a:off x="252200" y="186850"/>
            <a:ext cx="8729500" cy="4807875"/>
            <a:chOff x="252200" y="186850"/>
            <a:chExt cx="8729500" cy="4807875"/>
          </a:xfrm>
        </p:grpSpPr>
        <p:sp>
          <p:nvSpPr>
            <p:cNvPr id="168" name="Google Shape;168;p15"/>
            <p:cNvSpPr/>
            <p:nvPr/>
          </p:nvSpPr>
          <p:spPr>
            <a:xfrm>
              <a:off x="8827500" y="2670575"/>
              <a:ext cx="154200" cy="154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169" name="Google Shape;169;p15"/>
            <p:cNvSpPr/>
            <p:nvPr/>
          </p:nvSpPr>
          <p:spPr>
            <a:xfrm>
              <a:off x="371825" y="508900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170" name="Google Shape;170;p15"/>
            <p:cNvSpPr/>
            <p:nvPr/>
          </p:nvSpPr>
          <p:spPr>
            <a:xfrm>
              <a:off x="6622375" y="4761325"/>
              <a:ext cx="233400" cy="233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171" name="Google Shape;171;p15"/>
            <p:cNvSpPr/>
            <p:nvPr/>
          </p:nvSpPr>
          <p:spPr>
            <a:xfrm>
              <a:off x="2430975" y="4847425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172" name="Google Shape;172;p15"/>
            <p:cNvSpPr/>
            <p:nvPr/>
          </p:nvSpPr>
          <p:spPr>
            <a:xfrm>
              <a:off x="252200" y="3275125"/>
              <a:ext cx="154200" cy="154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173" name="Google Shape;173;p15"/>
            <p:cNvSpPr/>
            <p:nvPr/>
          </p:nvSpPr>
          <p:spPr>
            <a:xfrm>
              <a:off x="7187975" y="186850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176" name="Google Shape;176;p16"/>
          <p:cNvPicPr preferRelativeResize="0"/>
          <p:nvPr/>
        </p:nvPicPr>
        <p:blipFill rotWithShape="1">
          <a:blip r:embed="rId2">
            <a:alphaModFix amt="70000"/>
          </a:blip>
          <a:srcRect b="263" l="1677" r="63738" t="-5526"/>
          <a:stretch/>
        </p:blipFill>
        <p:spPr>
          <a:xfrm flipH="1" rot="-5400000">
            <a:off x="3843487" y="2832163"/>
            <a:ext cx="1127801" cy="353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6"/>
          <p:cNvPicPr preferRelativeResize="0"/>
          <p:nvPr/>
        </p:nvPicPr>
        <p:blipFill rotWithShape="1">
          <a:blip r:embed="rId3">
            <a:alphaModFix/>
          </a:blip>
          <a:srcRect b="12929" l="53249" r="0" t="0"/>
          <a:stretch/>
        </p:blipFill>
        <p:spPr>
          <a:xfrm flipH="1" rot="-5399986">
            <a:off x="7947612" y="-672086"/>
            <a:ext cx="545449" cy="18777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8" name="Google Shape;178;p16"/>
          <p:cNvGrpSpPr/>
          <p:nvPr/>
        </p:nvGrpSpPr>
        <p:grpSpPr>
          <a:xfrm>
            <a:off x="309925" y="189675"/>
            <a:ext cx="8571600" cy="4801200"/>
            <a:chOff x="309925" y="189675"/>
            <a:chExt cx="8571600" cy="4801200"/>
          </a:xfrm>
        </p:grpSpPr>
        <p:sp>
          <p:nvSpPr>
            <p:cNvPr id="179" name="Google Shape;179;p16"/>
            <p:cNvSpPr/>
            <p:nvPr/>
          </p:nvSpPr>
          <p:spPr>
            <a:xfrm>
              <a:off x="2100975" y="4604000"/>
              <a:ext cx="154200" cy="154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180" name="Google Shape;180;p16"/>
            <p:cNvSpPr/>
            <p:nvPr/>
          </p:nvSpPr>
          <p:spPr>
            <a:xfrm>
              <a:off x="309925" y="4837400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181" name="Google Shape;181;p16"/>
            <p:cNvSpPr/>
            <p:nvPr/>
          </p:nvSpPr>
          <p:spPr>
            <a:xfrm>
              <a:off x="7433900" y="4757475"/>
              <a:ext cx="233400" cy="233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182" name="Google Shape;182;p16"/>
            <p:cNvSpPr/>
            <p:nvPr/>
          </p:nvSpPr>
          <p:spPr>
            <a:xfrm>
              <a:off x="8820325" y="700775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183" name="Google Shape;183;p16"/>
            <p:cNvSpPr/>
            <p:nvPr/>
          </p:nvSpPr>
          <p:spPr>
            <a:xfrm>
              <a:off x="6257900" y="189675"/>
              <a:ext cx="154200" cy="154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7"/>
          <p:cNvPicPr preferRelativeResize="0"/>
          <p:nvPr/>
        </p:nvPicPr>
        <p:blipFill rotWithShape="1">
          <a:blip r:embed="rId2">
            <a:alphaModFix amt="70000"/>
          </a:blip>
          <a:srcRect b="17088" l="-10689" r="29953" t="4270"/>
          <a:stretch/>
        </p:blipFill>
        <p:spPr>
          <a:xfrm flipH="1" rot="-5400000">
            <a:off x="6064787" y="2062588"/>
            <a:ext cx="3088100" cy="310072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7"/>
          <p:cNvSpPr txBox="1"/>
          <p:nvPr>
            <p:ph type="title"/>
          </p:nvPr>
        </p:nvSpPr>
        <p:spPr>
          <a:xfrm>
            <a:off x="713225" y="3345500"/>
            <a:ext cx="4204200" cy="53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7" name="Google Shape;187;p17"/>
          <p:cNvSpPr txBox="1"/>
          <p:nvPr>
            <p:ph idx="1" type="subTitle"/>
          </p:nvPr>
        </p:nvSpPr>
        <p:spPr>
          <a:xfrm>
            <a:off x="713225" y="3822800"/>
            <a:ext cx="4204200" cy="7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8" name="Google Shape;188;p17"/>
          <p:cNvSpPr/>
          <p:nvPr>
            <p:ph idx="2" type="pic"/>
          </p:nvPr>
        </p:nvSpPr>
        <p:spPr>
          <a:xfrm>
            <a:off x="4868325" y="208700"/>
            <a:ext cx="4164600" cy="4164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17"/>
          <p:cNvSpPr/>
          <p:nvPr>
            <p:ph idx="3" type="pic"/>
          </p:nvPr>
        </p:nvSpPr>
        <p:spPr>
          <a:xfrm>
            <a:off x="2458325" y="208700"/>
            <a:ext cx="2853300" cy="2853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id="190" name="Google Shape;190;p17"/>
          <p:cNvPicPr preferRelativeResize="0"/>
          <p:nvPr/>
        </p:nvPicPr>
        <p:blipFill rotWithShape="1">
          <a:blip r:embed="rId3">
            <a:alphaModFix/>
          </a:blip>
          <a:srcRect b="-20766" l="32660" r="6015" t="-16671"/>
          <a:stretch/>
        </p:blipFill>
        <p:spPr>
          <a:xfrm flipH="1" rot="10799996">
            <a:off x="12" y="13"/>
            <a:ext cx="1218976" cy="3191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1" name="Google Shape;191;p17"/>
          <p:cNvGrpSpPr/>
          <p:nvPr/>
        </p:nvGrpSpPr>
        <p:grpSpPr>
          <a:xfrm>
            <a:off x="301750" y="212800"/>
            <a:ext cx="8598375" cy="4624050"/>
            <a:chOff x="301750" y="212800"/>
            <a:chExt cx="8598375" cy="4624050"/>
          </a:xfrm>
        </p:grpSpPr>
        <p:sp>
          <p:nvSpPr>
            <p:cNvPr id="192" name="Google Shape;192;p17"/>
            <p:cNvSpPr/>
            <p:nvPr/>
          </p:nvSpPr>
          <p:spPr>
            <a:xfrm>
              <a:off x="8745925" y="747925"/>
              <a:ext cx="154200" cy="154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193" name="Google Shape;193;p17"/>
            <p:cNvSpPr/>
            <p:nvPr/>
          </p:nvSpPr>
          <p:spPr>
            <a:xfrm>
              <a:off x="5425200" y="4775650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194" name="Google Shape;194;p17"/>
            <p:cNvSpPr/>
            <p:nvPr/>
          </p:nvSpPr>
          <p:spPr>
            <a:xfrm>
              <a:off x="8314075" y="212800"/>
              <a:ext cx="233400" cy="233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1347875" y="298900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196" name="Google Shape;196;p17"/>
            <p:cNvSpPr/>
            <p:nvPr/>
          </p:nvSpPr>
          <p:spPr>
            <a:xfrm>
              <a:off x="301750" y="3062000"/>
              <a:ext cx="154200" cy="154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0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8"/>
          <p:cNvSpPr txBox="1"/>
          <p:nvPr>
            <p:ph type="title"/>
          </p:nvPr>
        </p:nvSpPr>
        <p:spPr>
          <a:xfrm>
            <a:off x="5987575" y="539500"/>
            <a:ext cx="2443200" cy="11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9" name="Google Shape;199;p18"/>
          <p:cNvSpPr txBox="1"/>
          <p:nvPr>
            <p:ph idx="1" type="subTitle"/>
          </p:nvPr>
        </p:nvSpPr>
        <p:spPr>
          <a:xfrm>
            <a:off x="5987575" y="1609900"/>
            <a:ext cx="2443200" cy="8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0" name="Google Shape;200;p18"/>
          <p:cNvSpPr/>
          <p:nvPr>
            <p:ph idx="2" type="pic"/>
          </p:nvPr>
        </p:nvSpPr>
        <p:spPr>
          <a:xfrm>
            <a:off x="177275" y="134850"/>
            <a:ext cx="2074200" cy="20742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8"/>
          <p:cNvSpPr/>
          <p:nvPr>
            <p:ph idx="3" type="pic"/>
          </p:nvPr>
        </p:nvSpPr>
        <p:spPr>
          <a:xfrm>
            <a:off x="48025" y="1612475"/>
            <a:ext cx="3462900" cy="34629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8"/>
          <p:cNvSpPr/>
          <p:nvPr>
            <p:ph idx="4" type="pic"/>
          </p:nvPr>
        </p:nvSpPr>
        <p:spPr>
          <a:xfrm>
            <a:off x="3049150" y="1390725"/>
            <a:ext cx="2677800" cy="2677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8"/>
          <p:cNvSpPr/>
          <p:nvPr>
            <p:ph idx="5" type="pic"/>
          </p:nvPr>
        </p:nvSpPr>
        <p:spPr>
          <a:xfrm>
            <a:off x="5126875" y="3001175"/>
            <a:ext cx="2074200" cy="20742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id="204" name="Google Shape;204;p18"/>
          <p:cNvPicPr preferRelativeResize="0"/>
          <p:nvPr/>
        </p:nvPicPr>
        <p:blipFill rotWithShape="1">
          <a:blip r:embed="rId2">
            <a:alphaModFix amt="70000"/>
          </a:blip>
          <a:srcRect b="0" l="-1418" r="62230" t="4058"/>
          <a:stretch/>
        </p:blipFill>
        <p:spPr>
          <a:xfrm rot="-5400000">
            <a:off x="3164913" y="-1141212"/>
            <a:ext cx="1500424" cy="37828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p18"/>
          <p:cNvGrpSpPr/>
          <p:nvPr/>
        </p:nvGrpSpPr>
        <p:grpSpPr>
          <a:xfrm>
            <a:off x="3629000" y="134850"/>
            <a:ext cx="5123600" cy="4738600"/>
            <a:chOff x="3629000" y="134850"/>
            <a:chExt cx="5123600" cy="4738600"/>
          </a:xfrm>
        </p:grpSpPr>
        <p:sp>
          <p:nvSpPr>
            <p:cNvPr id="206" name="Google Shape;206;p18"/>
            <p:cNvSpPr/>
            <p:nvPr/>
          </p:nvSpPr>
          <p:spPr>
            <a:xfrm>
              <a:off x="6892700" y="134850"/>
              <a:ext cx="154200" cy="154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207" name="Google Shape;207;p18"/>
            <p:cNvSpPr/>
            <p:nvPr/>
          </p:nvSpPr>
          <p:spPr>
            <a:xfrm>
              <a:off x="7178575" y="4719250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208" name="Google Shape;208;p18"/>
            <p:cNvSpPr/>
            <p:nvPr/>
          </p:nvSpPr>
          <p:spPr>
            <a:xfrm>
              <a:off x="3629000" y="4604000"/>
              <a:ext cx="233400" cy="233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209" name="Google Shape;209;p18"/>
            <p:cNvSpPr/>
            <p:nvPr/>
          </p:nvSpPr>
          <p:spPr>
            <a:xfrm>
              <a:off x="8691400" y="1686100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210" name="Google Shape;210;p18"/>
            <p:cNvSpPr/>
            <p:nvPr/>
          </p:nvSpPr>
          <p:spPr>
            <a:xfrm>
              <a:off x="8041775" y="4719250"/>
              <a:ext cx="154200" cy="154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  <p:pic>
        <p:nvPicPr>
          <p:cNvPr id="211" name="Google Shape;211;p18"/>
          <p:cNvPicPr preferRelativeResize="0"/>
          <p:nvPr/>
        </p:nvPicPr>
        <p:blipFill rotWithShape="1">
          <a:blip r:embed="rId3">
            <a:alphaModFix/>
          </a:blip>
          <a:srcRect b="42984" l="-7181" r="-19931" t="0"/>
          <a:stretch/>
        </p:blipFill>
        <p:spPr>
          <a:xfrm rot="-5400025">
            <a:off x="7190900" y="3204284"/>
            <a:ext cx="2563300" cy="1342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0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"/>
          <p:cNvSpPr txBox="1"/>
          <p:nvPr>
            <p:ph type="title"/>
          </p:nvPr>
        </p:nvSpPr>
        <p:spPr>
          <a:xfrm>
            <a:off x="713250" y="445025"/>
            <a:ext cx="4842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4" name="Google Shape;214;p19"/>
          <p:cNvSpPr txBox="1"/>
          <p:nvPr>
            <p:ph idx="1" type="body"/>
          </p:nvPr>
        </p:nvSpPr>
        <p:spPr>
          <a:xfrm>
            <a:off x="713250" y="1428750"/>
            <a:ext cx="7717500" cy="22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215" name="Google Shape;215;p19"/>
          <p:cNvGrpSpPr/>
          <p:nvPr/>
        </p:nvGrpSpPr>
        <p:grpSpPr>
          <a:xfrm>
            <a:off x="1107275" y="539500"/>
            <a:ext cx="8036722" cy="4609949"/>
            <a:chOff x="1107275" y="539500"/>
            <a:chExt cx="8036722" cy="4609949"/>
          </a:xfrm>
        </p:grpSpPr>
        <p:pic>
          <p:nvPicPr>
            <p:cNvPr id="216" name="Google Shape;216;p19"/>
            <p:cNvPicPr preferRelativeResize="0"/>
            <p:nvPr/>
          </p:nvPicPr>
          <p:blipFill rotWithShape="1">
            <a:blip r:embed="rId2">
              <a:alphaModFix/>
            </a:blip>
            <a:srcRect b="12929" l="53249" r="0" t="0"/>
            <a:stretch/>
          </p:blipFill>
          <p:spPr>
            <a:xfrm rot="-5400014">
              <a:off x="1773412" y="3937864"/>
              <a:ext cx="545449" cy="18777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19"/>
            <p:cNvPicPr preferRelativeResize="0"/>
            <p:nvPr/>
          </p:nvPicPr>
          <p:blipFill rotWithShape="1">
            <a:blip r:embed="rId3">
              <a:alphaModFix/>
            </a:blip>
            <a:srcRect b="71721" l="4891" r="-17860" t="-6410"/>
            <a:stretch/>
          </p:blipFill>
          <p:spPr>
            <a:xfrm flipH="1" rot="-5400009">
              <a:off x="7129023" y="1490654"/>
              <a:ext cx="2966125" cy="10638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18" name="Google Shape;218;p19"/>
          <p:cNvPicPr preferRelativeResize="0"/>
          <p:nvPr/>
        </p:nvPicPr>
        <p:blipFill rotWithShape="1">
          <a:blip r:embed="rId4">
            <a:alphaModFix amt="70000"/>
          </a:blip>
          <a:srcRect b="46311" l="42732" r="0" t="0"/>
          <a:stretch/>
        </p:blipFill>
        <p:spPr>
          <a:xfrm>
            <a:off x="2000" y="3304475"/>
            <a:ext cx="1902776" cy="1839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9" name="Google Shape;219;p19"/>
          <p:cNvGrpSpPr/>
          <p:nvPr/>
        </p:nvGrpSpPr>
        <p:grpSpPr>
          <a:xfrm>
            <a:off x="216925" y="163225"/>
            <a:ext cx="8813250" cy="4812375"/>
            <a:chOff x="216925" y="163225"/>
            <a:chExt cx="8813250" cy="4812375"/>
          </a:xfrm>
        </p:grpSpPr>
        <p:sp>
          <p:nvSpPr>
            <p:cNvPr id="220" name="Google Shape;220;p19"/>
            <p:cNvSpPr/>
            <p:nvPr/>
          </p:nvSpPr>
          <p:spPr>
            <a:xfrm>
              <a:off x="216925" y="3648325"/>
              <a:ext cx="154200" cy="154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221" name="Google Shape;221;p19"/>
            <p:cNvSpPr/>
            <p:nvPr/>
          </p:nvSpPr>
          <p:spPr>
            <a:xfrm>
              <a:off x="3443125" y="4914400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222" name="Google Shape;222;p19"/>
            <p:cNvSpPr/>
            <p:nvPr/>
          </p:nvSpPr>
          <p:spPr>
            <a:xfrm>
              <a:off x="8653575" y="4087825"/>
              <a:ext cx="233400" cy="233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223" name="Google Shape;223;p19"/>
            <p:cNvSpPr/>
            <p:nvPr/>
          </p:nvSpPr>
          <p:spPr>
            <a:xfrm>
              <a:off x="8968975" y="508900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224" name="Google Shape;224;p19"/>
            <p:cNvSpPr/>
            <p:nvPr/>
          </p:nvSpPr>
          <p:spPr>
            <a:xfrm>
              <a:off x="2266825" y="163225"/>
              <a:ext cx="154200" cy="154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7" name="Google Shape;227;p20"/>
          <p:cNvSpPr txBox="1"/>
          <p:nvPr>
            <p:ph idx="1" type="subTitle"/>
          </p:nvPr>
        </p:nvSpPr>
        <p:spPr>
          <a:xfrm>
            <a:off x="1131274" y="2075412"/>
            <a:ext cx="3133200" cy="88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8" name="Google Shape;228;p20"/>
          <p:cNvSpPr txBox="1"/>
          <p:nvPr>
            <p:ph idx="2" type="subTitle"/>
          </p:nvPr>
        </p:nvSpPr>
        <p:spPr>
          <a:xfrm>
            <a:off x="3005397" y="3644899"/>
            <a:ext cx="3133200" cy="88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9" name="Google Shape;229;p20"/>
          <p:cNvSpPr txBox="1"/>
          <p:nvPr>
            <p:ph idx="3" type="subTitle"/>
          </p:nvPr>
        </p:nvSpPr>
        <p:spPr>
          <a:xfrm>
            <a:off x="4879526" y="2075413"/>
            <a:ext cx="3133200" cy="88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0" name="Google Shape;230;p20"/>
          <p:cNvSpPr txBox="1"/>
          <p:nvPr>
            <p:ph idx="4" type="subTitle"/>
          </p:nvPr>
        </p:nvSpPr>
        <p:spPr>
          <a:xfrm>
            <a:off x="1131274" y="1628113"/>
            <a:ext cx="3133200" cy="44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31" name="Google Shape;231;p20"/>
          <p:cNvSpPr txBox="1"/>
          <p:nvPr>
            <p:ph idx="5" type="subTitle"/>
          </p:nvPr>
        </p:nvSpPr>
        <p:spPr>
          <a:xfrm>
            <a:off x="3005403" y="3197600"/>
            <a:ext cx="3133200" cy="44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32" name="Google Shape;232;p20"/>
          <p:cNvSpPr txBox="1"/>
          <p:nvPr>
            <p:ph idx="6" type="subTitle"/>
          </p:nvPr>
        </p:nvSpPr>
        <p:spPr>
          <a:xfrm>
            <a:off x="4879526" y="1628113"/>
            <a:ext cx="3133200" cy="44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pic>
        <p:nvPicPr>
          <p:cNvPr id="233" name="Google Shape;233;p20"/>
          <p:cNvPicPr preferRelativeResize="0"/>
          <p:nvPr/>
        </p:nvPicPr>
        <p:blipFill rotWithShape="1">
          <a:blip r:embed="rId2">
            <a:alphaModFix amt="70000"/>
          </a:blip>
          <a:srcRect b="20159" l="49441" r="0" t="0"/>
          <a:stretch/>
        </p:blipFill>
        <p:spPr>
          <a:xfrm flipH="1">
            <a:off x="7734150" y="2848275"/>
            <a:ext cx="1409850" cy="22952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4" name="Google Shape;234;p20"/>
          <p:cNvGrpSpPr/>
          <p:nvPr/>
        </p:nvGrpSpPr>
        <p:grpSpPr>
          <a:xfrm>
            <a:off x="-17851" y="628325"/>
            <a:ext cx="9197403" cy="5534798"/>
            <a:chOff x="-17851" y="628325"/>
            <a:chExt cx="9197403" cy="5534798"/>
          </a:xfrm>
        </p:grpSpPr>
        <p:pic>
          <p:nvPicPr>
            <p:cNvPr id="235" name="Google Shape;235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3599995">
              <a:off x="7079788" y="3699149"/>
              <a:ext cx="1354375" cy="250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6" name="Google Shape;236;p20"/>
            <p:cNvPicPr preferRelativeResize="0"/>
            <p:nvPr/>
          </p:nvPicPr>
          <p:blipFill rotWithShape="1">
            <a:blip r:embed="rId4">
              <a:alphaModFix/>
            </a:blip>
            <a:srcRect b="42984" l="-28480" r="-19931" t="0"/>
            <a:stretch/>
          </p:blipFill>
          <p:spPr>
            <a:xfrm rot="5399975">
              <a:off x="-842863" y="1453348"/>
              <a:ext cx="2992925" cy="134287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7" name="Google Shape;237;p20"/>
          <p:cNvGrpSpPr/>
          <p:nvPr/>
        </p:nvGrpSpPr>
        <p:grpSpPr>
          <a:xfrm>
            <a:off x="381050" y="133175"/>
            <a:ext cx="8466325" cy="4594675"/>
            <a:chOff x="381050" y="133175"/>
            <a:chExt cx="8466325" cy="4594675"/>
          </a:xfrm>
        </p:grpSpPr>
        <p:sp>
          <p:nvSpPr>
            <p:cNvPr id="238" name="Google Shape;238;p20"/>
            <p:cNvSpPr/>
            <p:nvPr/>
          </p:nvSpPr>
          <p:spPr>
            <a:xfrm>
              <a:off x="8693175" y="2373225"/>
              <a:ext cx="154200" cy="154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239" name="Google Shape;239;p20"/>
            <p:cNvSpPr/>
            <p:nvPr/>
          </p:nvSpPr>
          <p:spPr>
            <a:xfrm>
              <a:off x="682625" y="4666650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240" name="Google Shape;240;p20"/>
            <p:cNvSpPr/>
            <p:nvPr/>
          </p:nvSpPr>
          <p:spPr>
            <a:xfrm>
              <a:off x="1617175" y="133175"/>
              <a:ext cx="233400" cy="233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241" name="Google Shape;241;p20"/>
            <p:cNvSpPr/>
            <p:nvPr/>
          </p:nvSpPr>
          <p:spPr>
            <a:xfrm>
              <a:off x="6957150" y="305375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242" name="Google Shape;242;p20"/>
            <p:cNvSpPr/>
            <p:nvPr/>
          </p:nvSpPr>
          <p:spPr>
            <a:xfrm>
              <a:off x="381050" y="4009250"/>
              <a:ext cx="154200" cy="154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5" name="Google Shape;245;p21"/>
          <p:cNvSpPr txBox="1"/>
          <p:nvPr>
            <p:ph idx="1" type="subTitle"/>
          </p:nvPr>
        </p:nvSpPr>
        <p:spPr>
          <a:xfrm>
            <a:off x="870499" y="1625875"/>
            <a:ext cx="3319800" cy="10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6" name="Google Shape;246;p21"/>
          <p:cNvSpPr txBox="1"/>
          <p:nvPr>
            <p:ph idx="2" type="subTitle"/>
          </p:nvPr>
        </p:nvSpPr>
        <p:spPr>
          <a:xfrm>
            <a:off x="4953701" y="1625875"/>
            <a:ext cx="3319800" cy="10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7" name="Google Shape;247;p21"/>
          <p:cNvSpPr txBox="1"/>
          <p:nvPr>
            <p:ph idx="3" type="subTitle"/>
          </p:nvPr>
        </p:nvSpPr>
        <p:spPr>
          <a:xfrm>
            <a:off x="870499" y="3305750"/>
            <a:ext cx="3319800" cy="10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8" name="Google Shape;248;p21"/>
          <p:cNvSpPr txBox="1"/>
          <p:nvPr>
            <p:ph idx="4" type="subTitle"/>
          </p:nvPr>
        </p:nvSpPr>
        <p:spPr>
          <a:xfrm>
            <a:off x="4953700" y="3305750"/>
            <a:ext cx="3319800" cy="10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9" name="Google Shape;249;p21"/>
          <p:cNvSpPr txBox="1"/>
          <p:nvPr>
            <p:ph idx="5" type="subTitle"/>
          </p:nvPr>
        </p:nvSpPr>
        <p:spPr>
          <a:xfrm>
            <a:off x="870499" y="1262575"/>
            <a:ext cx="3319800" cy="43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50" name="Google Shape;250;p21"/>
          <p:cNvSpPr txBox="1"/>
          <p:nvPr>
            <p:ph idx="6" type="subTitle"/>
          </p:nvPr>
        </p:nvSpPr>
        <p:spPr>
          <a:xfrm>
            <a:off x="870499" y="2942459"/>
            <a:ext cx="3319800" cy="43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51" name="Google Shape;251;p21"/>
          <p:cNvSpPr txBox="1"/>
          <p:nvPr>
            <p:ph idx="7" type="subTitle"/>
          </p:nvPr>
        </p:nvSpPr>
        <p:spPr>
          <a:xfrm>
            <a:off x="4953674" y="1262575"/>
            <a:ext cx="3319800" cy="43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52" name="Google Shape;252;p21"/>
          <p:cNvSpPr txBox="1"/>
          <p:nvPr>
            <p:ph idx="8" type="subTitle"/>
          </p:nvPr>
        </p:nvSpPr>
        <p:spPr>
          <a:xfrm>
            <a:off x="4953674" y="2942459"/>
            <a:ext cx="3319800" cy="43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pic>
        <p:nvPicPr>
          <p:cNvPr id="253" name="Google Shape;253;p21"/>
          <p:cNvPicPr preferRelativeResize="0"/>
          <p:nvPr/>
        </p:nvPicPr>
        <p:blipFill rotWithShape="1">
          <a:blip r:embed="rId2">
            <a:alphaModFix amt="70000"/>
          </a:blip>
          <a:srcRect b="9115" l="3416" r="53169" t="53432"/>
          <a:stretch/>
        </p:blipFill>
        <p:spPr>
          <a:xfrm flipH="1" rot="10800000">
            <a:off x="7481775" y="3680726"/>
            <a:ext cx="1662225" cy="1476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1"/>
          <p:cNvPicPr preferRelativeResize="0"/>
          <p:nvPr/>
        </p:nvPicPr>
        <p:blipFill rotWithShape="1">
          <a:blip r:embed="rId3">
            <a:alphaModFix/>
          </a:blip>
          <a:srcRect b="0" l="0" r="47737" t="0"/>
          <a:stretch/>
        </p:blipFill>
        <p:spPr>
          <a:xfrm flipH="1">
            <a:off x="-3" y="3302075"/>
            <a:ext cx="1262401" cy="17713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5" name="Google Shape;255;p21"/>
          <p:cNvGrpSpPr/>
          <p:nvPr/>
        </p:nvGrpSpPr>
        <p:grpSpPr>
          <a:xfrm>
            <a:off x="193250" y="246625"/>
            <a:ext cx="8771275" cy="4511575"/>
            <a:chOff x="193250" y="246625"/>
            <a:chExt cx="8771275" cy="4511575"/>
          </a:xfrm>
        </p:grpSpPr>
        <p:sp>
          <p:nvSpPr>
            <p:cNvPr id="256" name="Google Shape;256;p21"/>
            <p:cNvSpPr/>
            <p:nvPr/>
          </p:nvSpPr>
          <p:spPr>
            <a:xfrm>
              <a:off x="193250" y="2607450"/>
              <a:ext cx="154200" cy="154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257" name="Google Shape;257;p21"/>
            <p:cNvSpPr/>
            <p:nvPr/>
          </p:nvSpPr>
          <p:spPr>
            <a:xfrm>
              <a:off x="6937350" y="246625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258" name="Google Shape;258;p21"/>
            <p:cNvSpPr/>
            <p:nvPr/>
          </p:nvSpPr>
          <p:spPr>
            <a:xfrm>
              <a:off x="8731125" y="3680725"/>
              <a:ext cx="233400" cy="233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259" name="Google Shape;259;p21"/>
            <p:cNvSpPr/>
            <p:nvPr/>
          </p:nvSpPr>
          <p:spPr>
            <a:xfrm>
              <a:off x="1769000" y="4604000"/>
              <a:ext cx="154200" cy="154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260" name="Google Shape;260;p21"/>
            <p:cNvSpPr/>
            <p:nvPr/>
          </p:nvSpPr>
          <p:spPr>
            <a:xfrm>
              <a:off x="8630275" y="2541150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3" name="Google Shape;263;p22"/>
          <p:cNvSpPr txBox="1"/>
          <p:nvPr>
            <p:ph idx="1" type="subTitle"/>
          </p:nvPr>
        </p:nvSpPr>
        <p:spPr>
          <a:xfrm>
            <a:off x="716450" y="1625875"/>
            <a:ext cx="2381400" cy="10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4" name="Google Shape;264;p22"/>
          <p:cNvSpPr txBox="1"/>
          <p:nvPr>
            <p:ph idx="2" type="subTitle"/>
          </p:nvPr>
        </p:nvSpPr>
        <p:spPr>
          <a:xfrm>
            <a:off x="3381302" y="1625877"/>
            <a:ext cx="2381400" cy="10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5" name="Google Shape;265;p22"/>
          <p:cNvSpPr txBox="1"/>
          <p:nvPr>
            <p:ph idx="3" type="subTitle"/>
          </p:nvPr>
        </p:nvSpPr>
        <p:spPr>
          <a:xfrm>
            <a:off x="716450" y="3305750"/>
            <a:ext cx="2381400" cy="10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6" name="Google Shape;266;p22"/>
          <p:cNvSpPr txBox="1"/>
          <p:nvPr>
            <p:ph idx="4" type="subTitle"/>
          </p:nvPr>
        </p:nvSpPr>
        <p:spPr>
          <a:xfrm>
            <a:off x="3381302" y="3305751"/>
            <a:ext cx="2381400" cy="10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7" name="Google Shape;267;p22"/>
          <p:cNvSpPr txBox="1"/>
          <p:nvPr>
            <p:ph idx="5" type="subTitle"/>
          </p:nvPr>
        </p:nvSpPr>
        <p:spPr>
          <a:xfrm>
            <a:off x="6046153" y="1625881"/>
            <a:ext cx="2381400" cy="10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8" name="Google Shape;268;p22"/>
          <p:cNvSpPr txBox="1"/>
          <p:nvPr>
            <p:ph idx="6" type="subTitle"/>
          </p:nvPr>
        </p:nvSpPr>
        <p:spPr>
          <a:xfrm>
            <a:off x="6046153" y="3305750"/>
            <a:ext cx="2381400" cy="10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9" name="Google Shape;269;p22"/>
          <p:cNvSpPr txBox="1"/>
          <p:nvPr>
            <p:ph idx="7" type="subTitle"/>
          </p:nvPr>
        </p:nvSpPr>
        <p:spPr>
          <a:xfrm>
            <a:off x="716444" y="1262575"/>
            <a:ext cx="2381400" cy="43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70" name="Google Shape;270;p22"/>
          <p:cNvSpPr txBox="1"/>
          <p:nvPr>
            <p:ph idx="8" type="subTitle"/>
          </p:nvPr>
        </p:nvSpPr>
        <p:spPr>
          <a:xfrm>
            <a:off x="3381300" y="1262577"/>
            <a:ext cx="2381400" cy="43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71" name="Google Shape;271;p22"/>
          <p:cNvSpPr txBox="1"/>
          <p:nvPr>
            <p:ph idx="9" type="subTitle"/>
          </p:nvPr>
        </p:nvSpPr>
        <p:spPr>
          <a:xfrm>
            <a:off x="6046154" y="1262577"/>
            <a:ext cx="2381400" cy="43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72" name="Google Shape;272;p22"/>
          <p:cNvSpPr txBox="1"/>
          <p:nvPr>
            <p:ph idx="13" type="subTitle"/>
          </p:nvPr>
        </p:nvSpPr>
        <p:spPr>
          <a:xfrm>
            <a:off x="716444" y="2942459"/>
            <a:ext cx="2381400" cy="43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73" name="Google Shape;273;p22"/>
          <p:cNvSpPr txBox="1"/>
          <p:nvPr>
            <p:ph idx="14" type="subTitle"/>
          </p:nvPr>
        </p:nvSpPr>
        <p:spPr>
          <a:xfrm>
            <a:off x="3381300" y="2942458"/>
            <a:ext cx="2381400" cy="43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74" name="Google Shape;274;p22"/>
          <p:cNvSpPr txBox="1"/>
          <p:nvPr>
            <p:ph idx="15" type="subTitle"/>
          </p:nvPr>
        </p:nvSpPr>
        <p:spPr>
          <a:xfrm>
            <a:off x="6046156" y="2942453"/>
            <a:ext cx="2381400" cy="43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None/>
              <a:defRPr sz="2400"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pic>
        <p:nvPicPr>
          <p:cNvPr id="275" name="Google Shape;275;p22"/>
          <p:cNvPicPr preferRelativeResize="0"/>
          <p:nvPr/>
        </p:nvPicPr>
        <p:blipFill rotWithShape="1">
          <a:blip r:embed="rId2">
            <a:alphaModFix amt="70000"/>
          </a:blip>
          <a:srcRect b="-12220" l="0" r="61640" t="0"/>
          <a:stretch/>
        </p:blipFill>
        <p:spPr>
          <a:xfrm flipH="1" rot="-5399984">
            <a:off x="4470425" y="2205566"/>
            <a:ext cx="1467050" cy="44246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2"/>
          <p:cNvPicPr preferRelativeResize="0"/>
          <p:nvPr/>
        </p:nvPicPr>
        <p:blipFill rotWithShape="1">
          <a:blip r:embed="rId3">
            <a:alphaModFix/>
          </a:blip>
          <a:srcRect b="-13099" l="5125" r="43202" t="-23924"/>
          <a:stretch/>
        </p:blipFill>
        <p:spPr>
          <a:xfrm rot="5400004">
            <a:off x="2902100" y="2869063"/>
            <a:ext cx="1119875" cy="34686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7" name="Google Shape;277;p22"/>
          <p:cNvGrpSpPr/>
          <p:nvPr/>
        </p:nvGrpSpPr>
        <p:grpSpPr>
          <a:xfrm>
            <a:off x="123875" y="508900"/>
            <a:ext cx="8747725" cy="4094200"/>
            <a:chOff x="123875" y="508900"/>
            <a:chExt cx="8747725" cy="4094200"/>
          </a:xfrm>
        </p:grpSpPr>
        <p:sp>
          <p:nvSpPr>
            <p:cNvPr id="278" name="Google Shape;278;p22"/>
            <p:cNvSpPr/>
            <p:nvPr/>
          </p:nvSpPr>
          <p:spPr>
            <a:xfrm>
              <a:off x="8424000" y="4448900"/>
              <a:ext cx="154200" cy="154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279" name="Google Shape;279;p22"/>
            <p:cNvSpPr/>
            <p:nvPr/>
          </p:nvSpPr>
          <p:spPr>
            <a:xfrm>
              <a:off x="242800" y="3878600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8424000" y="868775"/>
              <a:ext cx="233400" cy="233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281" name="Google Shape;281;p22"/>
            <p:cNvSpPr/>
            <p:nvPr/>
          </p:nvSpPr>
          <p:spPr>
            <a:xfrm>
              <a:off x="8810400" y="2193600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282" name="Google Shape;282;p22"/>
            <p:cNvSpPr/>
            <p:nvPr/>
          </p:nvSpPr>
          <p:spPr>
            <a:xfrm>
              <a:off x="497825" y="2039400"/>
              <a:ext cx="154200" cy="154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283" name="Google Shape;283;p22"/>
            <p:cNvSpPr/>
            <p:nvPr/>
          </p:nvSpPr>
          <p:spPr>
            <a:xfrm>
              <a:off x="123875" y="508900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3"/>
          <p:cNvSpPr txBox="1"/>
          <p:nvPr>
            <p:ph type="title"/>
          </p:nvPr>
        </p:nvSpPr>
        <p:spPr>
          <a:xfrm>
            <a:off x="713255" y="1497863"/>
            <a:ext cx="35184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6" name="Google Shape;286;p23"/>
          <p:cNvSpPr txBox="1"/>
          <p:nvPr>
            <p:ph idx="1" type="subTitle"/>
          </p:nvPr>
        </p:nvSpPr>
        <p:spPr>
          <a:xfrm>
            <a:off x="713225" y="2586937"/>
            <a:ext cx="35184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7" name="Google Shape;287;p23"/>
          <p:cNvSpPr txBox="1"/>
          <p:nvPr/>
        </p:nvSpPr>
        <p:spPr>
          <a:xfrm>
            <a:off x="5155400" y="2722050"/>
            <a:ext cx="32754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endParaRPr b="1" sz="1000" u="sng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288" name="Google Shape;288;p23"/>
          <p:cNvGrpSpPr/>
          <p:nvPr/>
        </p:nvGrpSpPr>
        <p:grpSpPr>
          <a:xfrm>
            <a:off x="1975" y="-15853"/>
            <a:ext cx="8879700" cy="5173228"/>
            <a:chOff x="1975" y="-15853"/>
            <a:chExt cx="8879700" cy="5173228"/>
          </a:xfrm>
        </p:grpSpPr>
        <p:pic>
          <p:nvPicPr>
            <p:cNvPr id="289" name="Google Shape;289;p23"/>
            <p:cNvPicPr preferRelativeResize="0"/>
            <p:nvPr/>
          </p:nvPicPr>
          <p:blipFill rotWithShape="1">
            <a:blip r:embed="rId5">
              <a:alphaModFix amt="70000"/>
            </a:blip>
            <a:srcRect b="0" l="52" r="56533" t="28047"/>
            <a:stretch/>
          </p:blipFill>
          <p:spPr>
            <a:xfrm rot="10800000">
              <a:off x="1975" y="2320400"/>
              <a:ext cx="1662225" cy="2836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0" name="Google Shape;290;p23"/>
            <p:cNvPicPr preferRelativeResize="0"/>
            <p:nvPr/>
          </p:nvPicPr>
          <p:blipFill rotWithShape="1">
            <a:blip r:embed="rId5">
              <a:alphaModFix amt="70000"/>
            </a:blip>
            <a:srcRect b="0" l="50" r="63737" t="-2301"/>
            <a:stretch/>
          </p:blipFill>
          <p:spPr>
            <a:xfrm rot="-5400000">
              <a:off x="6171687" y="-1339365"/>
              <a:ext cx="1386476" cy="403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1" name="Google Shape;291;p23"/>
          <p:cNvGrpSpPr/>
          <p:nvPr/>
        </p:nvGrpSpPr>
        <p:grpSpPr>
          <a:xfrm>
            <a:off x="2778113" y="0"/>
            <a:ext cx="6237562" cy="5143500"/>
            <a:chOff x="2778113" y="0"/>
            <a:chExt cx="6237562" cy="5143500"/>
          </a:xfrm>
        </p:grpSpPr>
        <p:pic>
          <p:nvPicPr>
            <p:cNvPr id="292" name="Google Shape;292;p23"/>
            <p:cNvPicPr preferRelativeResize="0"/>
            <p:nvPr/>
          </p:nvPicPr>
          <p:blipFill rotWithShape="1">
            <a:blip r:embed="rId6">
              <a:alphaModFix/>
            </a:blip>
            <a:srcRect b="-39120" l="16967" r="39815" t="-49594"/>
            <a:stretch/>
          </p:blipFill>
          <p:spPr>
            <a:xfrm flipH="1" rot="5400000">
              <a:off x="4168013" y="-1389900"/>
              <a:ext cx="1262425" cy="40422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3" name="Google Shape;293;p23"/>
            <p:cNvPicPr preferRelativeResize="0"/>
            <p:nvPr/>
          </p:nvPicPr>
          <p:blipFill rotWithShape="1">
            <a:blip r:embed="rId7">
              <a:alphaModFix/>
            </a:blip>
            <a:srcRect b="45206" l="-40866" r="-55984" t="7117"/>
            <a:stretch/>
          </p:blipFill>
          <p:spPr>
            <a:xfrm rot="-6">
              <a:off x="5918500" y="3757028"/>
              <a:ext cx="3097175" cy="13864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4" name="Google Shape;294;p23"/>
          <p:cNvGrpSpPr/>
          <p:nvPr/>
        </p:nvGrpSpPr>
        <p:grpSpPr>
          <a:xfrm>
            <a:off x="137725" y="173200"/>
            <a:ext cx="8898150" cy="4693400"/>
            <a:chOff x="137725" y="173200"/>
            <a:chExt cx="8898150" cy="4693400"/>
          </a:xfrm>
        </p:grpSpPr>
        <p:sp>
          <p:nvSpPr>
            <p:cNvPr id="295" name="Google Shape;295;p23"/>
            <p:cNvSpPr/>
            <p:nvPr/>
          </p:nvSpPr>
          <p:spPr>
            <a:xfrm>
              <a:off x="8881675" y="1021075"/>
              <a:ext cx="154200" cy="154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296" name="Google Shape;296;p23"/>
            <p:cNvSpPr/>
            <p:nvPr/>
          </p:nvSpPr>
          <p:spPr>
            <a:xfrm>
              <a:off x="2025925" y="4805400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297" name="Google Shape;297;p23"/>
            <p:cNvSpPr/>
            <p:nvPr/>
          </p:nvSpPr>
          <p:spPr>
            <a:xfrm>
              <a:off x="137725" y="173200"/>
              <a:ext cx="233400" cy="233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298" name="Google Shape;298;p23"/>
            <p:cNvSpPr/>
            <p:nvPr/>
          </p:nvSpPr>
          <p:spPr>
            <a:xfrm>
              <a:off x="8770775" y="2862975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299" name="Google Shape;299;p23"/>
            <p:cNvSpPr/>
            <p:nvPr/>
          </p:nvSpPr>
          <p:spPr>
            <a:xfrm>
              <a:off x="371125" y="1216425"/>
              <a:ext cx="154200" cy="154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24"/>
          <p:cNvPicPr preferRelativeResize="0"/>
          <p:nvPr/>
        </p:nvPicPr>
        <p:blipFill rotWithShape="1">
          <a:blip r:embed="rId2">
            <a:alphaModFix/>
          </a:blip>
          <a:srcRect b="-20766" l="32660" r="6015" t="-16671"/>
          <a:stretch/>
        </p:blipFill>
        <p:spPr>
          <a:xfrm flipH="1" rot="10799996">
            <a:off x="12" y="13"/>
            <a:ext cx="1218976" cy="3191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2" name="Google Shape;302;p24"/>
          <p:cNvGrpSpPr/>
          <p:nvPr/>
        </p:nvGrpSpPr>
        <p:grpSpPr>
          <a:xfrm>
            <a:off x="301750" y="212800"/>
            <a:ext cx="8598375" cy="4624050"/>
            <a:chOff x="301750" y="212800"/>
            <a:chExt cx="8598375" cy="4624050"/>
          </a:xfrm>
        </p:grpSpPr>
        <p:sp>
          <p:nvSpPr>
            <p:cNvPr id="303" name="Google Shape;303;p24"/>
            <p:cNvSpPr/>
            <p:nvPr/>
          </p:nvSpPr>
          <p:spPr>
            <a:xfrm>
              <a:off x="8745925" y="747925"/>
              <a:ext cx="154200" cy="154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304" name="Google Shape;304;p24"/>
            <p:cNvSpPr/>
            <p:nvPr/>
          </p:nvSpPr>
          <p:spPr>
            <a:xfrm>
              <a:off x="5425200" y="4775650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305" name="Google Shape;305;p24"/>
            <p:cNvSpPr/>
            <p:nvPr/>
          </p:nvSpPr>
          <p:spPr>
            <a:xfrm>
              <a:off x="8314075" y="212800"/>
              <a:ext cx="233400" cy="233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306" name="Google Shape;306;p24"/>
            <p:cNvSpPr/>
            <p:nvPr/>
          </p:nvSpPr>
          <p:spPr>
            <a:xfrm>
              <a:off x="1347875" y="298900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307" name="Google Shape;307;p24"/>
            <p:cNvSpPr/>
            <p:nvPr/>
          </p:nvSpPr>
          <p:spPr>
            <a:xfrm>
              <a:off x="301750" y="3062000"/>
              <a:ext cx="154200" cy="154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  <p:pic>
        <p:nvPicPr>
          <p:cNvPr id="308" name="Google Shape;308;p24"/>
          <p:cNvPicPr preferRelativeResize="0"/>
          <p:nvPr/>
        </p:nvPicPr>
        <p:blipFill rotWithShape="1">
          <a:blip r:embed="rId3">
            <a:alphaModFix amt="70000"/>
          </a:blip>
          <a:srcRect b="0" l="52" r="56533" t="28047"/>
          <a:stretch/>
        </p:blipFill>
        <p:spPr>
          <a:xfrm flipH="1" rot="10800000">
            <a:off x="7481775" y="2320400"/>
            <a:ext cx="1662225" cy="283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5"/>
          <p:cNvPicPr preferRelativeResize="0"/>
          <p:nvPr/>
        </p:nvPicPr>
        <p:blipFill rotWithShape="1">
          <a:blip r:embed="rId2">
            <a:alphaModFix amt="70000"/>
          </a:blip>
          <a:srcRect b="0" l="0" r="55892" t="61050"/>
          <a:stretch/>
        </p:blipFill>
        <p:spPr>
          <a:xfrm flipH="1">
            <a:off x="0" y="0"/>
            <a:ext cx="2200476" cy="20033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1" name="Google Shape;311;p25"/>
          <p:cNvGrpSpPr/>
          <p:nvPr/>
        </p:nvGrpSpPr>
        <p:grpSpPr>
          <a:xfrm flipH="1">
            <a:off x="257027" y="241175"/>
            <a:ext cx="8698625" cy="4479525"/>
            <a:chOff x="188350" y="241175"/>
            <a:chExt cx="8698625" cy="4479525"/>
          </a:xfrm>
        </p:grpSpPr>
        <p:sp>
          <p:nvSpPr>
            <p:cNvPr id="312" name="Google Shape;312;p25"/>
            <p:cNvSpPr/>
            <p:nvPr/>
          </p:nvSpPr>
          <p:spPr>
            <a:xfrm>
              <a:off x="7763950" y="241175"/>
              <a:ext cx="154200" cy="154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313" name="Google Shape;313;p25"/>
            <p:cNvSpPr/>
            <p:nvPr/>
          </p:nvSpPr>
          <p:spPr>
            <a:xfrm>
              <a:off x="8592375" y="3834175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314" name="Google Shape;314;p25"/>
            <p:cNvSpPr/>
            <p:nvPr/>
          </p:nvSpPr>
          <p:spPr>
            <a:xfrm>
              <a:off x="8653575" y="4487300"/>
              <a:ext cx="233400" cy="233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315" name="Google Shape;315;p25"/>
            <p:cNvSpPr/>
            <p:nvPr/>
          </p:nvSpPr>
          <p:spPr>
            <a:xfrm>
              <a:off x="188350" y="1535675"/>
              <a:ext cx="61200" cy="61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316" name="Google Shape;316;p25"/>
            <p:cNvSpPr/>
            <p:nvPr/>
          </p:nvSpPr>
          <p:spPr>
            <a:xfrm>
              <a:off x="321575" y="2452550"/>
              <a:ext cx="154200" cy="154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  <p:pic>
        <p:nvPicPr>
          <p:cNvPr id="317" name="Google Shape;317;p25"/>
          <p:cNvPicPr preferRelativeResize="0"/>
          <p:nvPr/>
        </p:nvPicPr>
        <p:blipFill rotWithShape="1">
          <a:blip r:embed="rId3">
            <a:alphaModFix/>
          </a:blip>
          <a:srcRect b="-39421" l="10485" r="46680" t="-15353"/>
          <a:stretch/>
        </p:blipFill>
        <p:spPr>
          <a:xfrm>
            <a:off x="8220352" y="2713975"/>
            <a:ext cx="923649" cy="244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b="1" sz="3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b="1" sz="3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b="1" sz="3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b="1" sz="3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b="1" sz="3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b="1" sz="3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b="1" sz="3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b="1" sz="3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b="1" sz="3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comments" Target="../comments/comment1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7221" y="197300"/>
            <a:ext cx="2415449" cy="177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6"/>
          <p:cNvSpPr txBox="1"/>
          <p:nvPr>
            <p:ph type="ctrTitle"/>
          </p:nvPr>
        </p:nvSpPr>
        <p:spPr>
          <a:xfrm>
            <a:off x="865325" y="221680"/>
            <a:ext cx="5040900" cy="167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 : SWING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 1</a:t>
            </a:r>
            <a:endParaRPr/>
          </a:p>
        </p:txBody>
      </p:sp>
      <p:sp>
        <p:nvSpPr>
          <p:cNvPr id="324" name="Google Shape;324;p26"/>
          <p:cNvSpPr txBox="1"/>
          <p:nvPr>
            <p:ph idx="1" type="subTitle"/>
          </p:nvPr>
        </p:nvSpPr>
        <p:spPr>
          <a:xfrm>
            <a:off x="2138950" y="2280800"/>
            <a:ext cx="6440700" cy="12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 Swing est une bibliothèque graphique incluse dans la plateforme Java qui permet de créer des interfaces utilisateur riches et interactives pour des applications desktop. </a:t>
            </a:r>
            <a:endParaRPr/>
          </a:p>
        </p:txBody>
      </p:sp>
      <p:cxnSp>
        <p:nvCxnSpPr>
          <p:cNvPr id="325" name="Google Shape;325;p26"/>
          <p:cNvCxnSpPr/>
          <p:nvPr/>
        </p:nvCxnSpPr>
        <p:spPr>
          <a:xfrm>
            <a:off x="1389875" y="980700"/>
            <a:ext cx="399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7"/>
          <p:cNvSpPr txBox="1"/>
          <p:nvPr>
            <p:ph type="title"/>
          </p:nvPr>
        </p:nvSpPr>
        <p:spPr>
          <a:xfrm>
            <a:off x="713250" y="445025"/>
            <a:ext cx="4842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Objectif</a:t>
            </a:r>
            <a:endParaRPr/>
          </a:p>
        </p:txBody>
      </p:sp>
      <p:sp>
        <p:nvSpPr>
          <p:cNvPr id="331" name="Google Shape;331;p27"/>
          <p:cNvSpPr txBox="1"/>
          <p:nvPr>
            <p:ph idx="1" type="body"/>
          </p:nvPr>
        </p:nvSpPr>
        <p:spPr>
          <a:xfrm>
            <a:off x="713250" y="1255350"/>
            <a:ext cx="7717500" cy="22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/>
              <a:t>Ce cours vise à 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/>
              <a:t>	•	Comprendre la structure et le fonctionnement de Swing.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/>
              <a:t>	•	Apprendre à créer des interfaces graphiques simples.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/>
              <a:t>	•	Découvrir la gestion des événements et les différents layout managers.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Avantages clés de Java Swing</a:t>
            </a:r>
            <a:endParaRPr/>
          </a:p>
        </p:txBody>
      </p:sp>
      <p:graphicFrame>
        <p:nvGraphicFramePr>
          <p:cNvPr id="337" name="Google Shape;337;p28"/>
          <p:cNvGraphicFramePr/>
          <p:nvPr/>
        </p:nvGraphicFramePr>
        <p:xfrm>
          <a:off x="626975" y="159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{D2082AAF-F847-4FA2-955B-A6F354B63125}</a:tableStyleId>
              </a:tblPr>
              <a:tblGrid>
                <a:gridCol w="2619875"/>
                <a:gridCol w="5084125"/>
              </a:tblGrid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 u="sng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Portabilité :</a:t>
                      </a:r>
                      <a:endParaRPr b="1" sz="2200" u="sng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Une application Swing fonctionne sur toutes les plateformes (Windows, Linux, macOS) sans aucune modification du code.</a:t>
                      </a:r>
                      <a:endParaRPr sz="17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 u="sng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Facilité d’utilisation :</a:t>
                      </a:r>
                      <a:endParaRPr b="1" sz="2200" u="sng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Très accessible pour des débutants, avec beaucoup de composants prêts à l’emploi (boutons, menus, champs texte…).</a:t>
                      </a:r>
                      <a:endParaRPr sz="17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 u="sng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Personnalisation avancée :</a:t>
                      </a:r>
                      <a:endParaRPr b="1" sz="2200" u="sng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Chaque composant peut être personnalisé visuellement à volonté.</a:t>
                      </a:r>
                      <a:endParaRPr sz="17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9"/>
          <p:cNvSpPr txBox="1"/>
          <p:nvPr>
            <p:ph type="title"/>
          </p:nvPr>
        </p:nvSpPr>
        <p:spPr>
          <a:xfrm>
            <a:off x="380950" y="190650"/>
            <a:ext cx="42948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Exemple basic</a:t>
            </a:r>
            <a:endParaRPr/>
          </a:p>
        </p:txBody>
      </p:sp>
      <p:sp>
        <p:nvSpPr>
          <p:cNvPr id="343" name="Google Shape;343;p29"/>
          <p:cNvSpPr txBox="1"/>
          <p:nvPr>
            <p:ph idx="1" type="subTitle"/>
          </p:nvPr>
        </p:nvSpPr>
        <p:spPr>
          <a:xfrm>
            <a:off x="347750" y="763350"/>
            <a:ext cx="4294800" cy="3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portfolio is composed of three main elements:</a:t>
            </a:r>
            <a:endParaRPr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import javax.swing.JFrame : </a:t>
            </a:r>
            <a:r>
              <a:rPr lang="en"/>
              <a:t>on importe la classe JFrame nécessaire pour créer notre fenêtre.</a:t>
            </a:r>
            <a:endParaRPr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100">
                <a:solidFill>
                  <a:srgbClr val="78DCE8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JFrame </a:t>
            </a:r>
            <a:r>
              <a:rPr lang="en" sz="11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fenetre </a:t>
            </a:r>
            <a:r>
              <a:rPr lang="en" sz="1100">
                <a:solidFill>
                  <a:srgbClr val="F780BF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 new </a:t>
            </a:r>
            <a:r>
              <a:rPr lang="en" sz="1100">
                <a:solidFill>
                  <a:srgbClr val="80FFEA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JFrame</a:t>
            </a:r>
            <a:r>
              <a:rPr lang="en" sz="11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00">
                <a:solidFill>
                  <a:srgbClr val="FEFF80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"Première fenêtre java swing du cours de l2"</a:t>
            </a:r>
            <a:r>
              <a:rPr lang="en" sz="11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r>
              <a:rPr b="1" lang="en"/>
              <a:t> :on crée une instance de JFrame avec un titre clair et précis. »</a:t>
            </a:r>
            <a:endParaRPr b="1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1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fenetre.</a:t>
            </a:r>
            <a:r>
              <a:rPr lang="en" sz="1100">
                <a:solidFill>
                  <a:srgbClr val="50FA78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setSize</a:t>
            </a:r>
            <a:r>
              <a:rPr lang="en" sz="11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00">
                <a:solidFill>
                  <a:srgbClr val="9580FF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400</a:t>
            </a:r>
            <a:r>
              <a:rPr lang="en" sz="11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00">
                <a:solidFill>
                  <a:srgbClr val="9580FF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300</a:t>
            </a:r>
            <a:r>
              <a:rPr lang="en" sz="11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r>
              <a:rPr b="1" lang="en"/>
              <a:t> : </a:t>
            </a:r>
            <a:r>
              <a:rPr lang="en"/>
              <a:t>On définit la taille de notre fenêtre : 400 pixels de large et 300 pixels de haut.</a:t>
            </a:r>
            <a:endParaRPr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1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fenetre.</a:t>
            </a:r>
            <a:r>
              <a:rPr lang="en" sz="1100">
                <a:solidFill>
                  <a:srgbClr val="50FA78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setDefaultCloseOperation</a:t>
            </a:r>
            <a:r>
              <a:rPr lang="en" sz="11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00">
                <a:solidFill>
                  <a:srgbClr val="78DCE8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JFrame</a:t>
            </a:r>
            <a:r>
              <a:rPr lang="en" sz="11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1100">
                <a:solidFill>
                  <a:srgbClr val="9580FF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EXIT_ON_CLOSE</a:t>
            </a:r>
            <a:r>
              <a:rPr lang="en" sz="11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r>
              <a:rPr b="1" lang="en"/>
              <a:t> : </a:t>
            </a:r>
            <a:r>
              <a:rPr lang="en"/>
              <a:t>Cette ligne permet à la fenêtre de se fermer complètement quand on clique sur le bouton de fermeture.</a:t>
            </a:r>
            <a:endParaRPr/>
          </a:p>
          <a:p>
            <a:pPr indent="-304800" lvl="0" marL="457200" rtl="0" algn="l">
              <a:spcBef>
                <a:spcPts val="1000"/>
              </a:spcBef>
              <a:spcAft>
                <a:spcPts val="1000"/>
              </a:spcAft>
              <a:buSzPts val="1200"/>
              <a:buChar char="●"/>
            </a:pPr>
            <a:r>
              <a:rPr lang="en" sz="11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fenetre.</a:t>
            </a:r>
            <a:r>
              <a:rPr lang="en" sz="1100">
                <a:solidFill>
                  <a:srgbClr val="50FA78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setVisible</a:t>
            </a:r>
            <a:r>
              <a:rPr lang="en" sz="11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00">
                <a:solidFill>
                  <a:srgbClr val="9580FF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" sz="11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r>
              <a:rPr b="1" lang="en"/>
              <a:t>: </a:t>
            </a:r>
            <a:r>
              <a:rPr lang="en"/>
              <a:t>Cette ligne affiche notre fenêtre à l'écran.</a:t>
            </a:r>
            <a:endParaRPr/>
          </a:p>
        </p:txBody>
      </p:sp>
      <p:sp>
        <p:nvSpPr>
          <p:cNvPr id="344" name="Google Shape;344;p29"/>
          <p:cNvSpPr/>
          <p:nvPr/>
        </p:nvSpPr>
        <p:spPr>
          <a:xfrm>
            <a:off x="986075" y="268600"/>
            <a:ext cx="154200" cy="154200"/>
          </a:xfrm>
          <a:prstGeom prst="ellipse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345" name="Google Shape;34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46176"/>
            <a:ext cx="4140499" cy="182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1000" y="2299226"/>
            <a:ext cx="3949735" cy="287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Présentation des composants fondamentaux</a:t>
            </a:r>
            <a:endParaRPr/>
          </a:p>
        </p:txBody>
      </p:sp>
      <p:sp>
        <p:nvSpPr>
          <p:cNvPr id="352" name="Google Shape;352;p30"/>
          <p:cNvSpPr txBox="1"/>
          <p:nvPr>
            <p:ph idx="4" type="subTitle"/>
          </p:nvPr>
        </p:nvSpPr>
        <p:spPr>
          <a:xfrm>
            <a:off x="1005025" y="1727749"/>
            <a:ext cx="3133200" cy="87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JLabel afficher du texte statique.</a:t>
            </a:r>
            <a:endParaRPr/>
          </a:p>
        </p:txBody>
      </p:sp>
      <p:sp>
        <p:nvSpPr>
          <p:cNvPr id="353" name="Google Shape;353;p30"/>
          <p:cNvSpPr txBox="1"/>
          <p:nvPr>
            <p:ph idx="5" type="subTitle"/>
          </p:nvPr>
        </p:nvSpPr>
        <p:spPr>
          <a:xfrm>
            <a:off x="2492000" y="2751175"/>
            <a:ext cx="3546900" cy="97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JTextField : saisir du texte par l'utilisateur.</a:t>
            </a:r>
            <a:endParaRPr/>
          </a:p>
        </p:txBody>
      </p:sp>
      <p:sp>
        <p:nvSpPr>
          <p:cNvPr id="354" name="Google Shape;354;p30"/>
          <p:cNvSpPr txBox="1"/>
          <p:nvPr>
            <p:ph idx="6" type="subTitle"/>
          </p:nvPr>
        </p:nvSpPr>
        <p:spPr>
          <a:xfrm>
            <a:off x="4985825" y="1774248"/>
            <a:ext cx="3133200" cy="82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JButton : permettre l'interaction par un clic.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1"/>
          <p:cNvSpPr txBox="1"/>
          <p:nvPr>
            <p:ph type="title"/>
          </p:nvPr>
        </p:nvSpPr>
        <p:spPr>
          <a:xfrm>
            <a:off x="380950" y="190650"/>
            <a:ext cx="42948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JLabel (Texte statique)</a:t>
            </a:r>
            <a:endParaRPr/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47750" y="763350"/>
            <a:ext cx="4294800" cy="12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Rôle :</a:t>
            </a:r>
            <a:endParaRPr/>
          </a:p>
          <a:p>
            <a:pPr indent="-304800" lvl="1" marL="914400" rtl="0" algn="ctr">
              <a:spcBef>
                <a:spcPts val="100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Afficher un texte ou une image fixe.</a:t>
            </a:r>
            <a:endParaRPr/>
          </a:p>
          <a:p>
            <a:pPr indent="-304800" lvl="1" marL="914400" rtl="0" algn="ctr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Généralement utilisé pour indiquer à l’utilisateur à quoi sert un autre composant (ex : "Nom d'utilisateur :").</a:t>
            </a:r>
            <a:endParaRPr/>
          </a:p>
        </p:txBody>
      </p:sp>
      <p:sp>
        <p:nvSpPr>
          <p:cNvPr id="361" name="Google Shape;361;p31"/>
          <p:cNvSpPr/>
          <p:nvPr/>
        </p:nvSpPr>
        <p:spPr>
          <a:xfrm>
            <a:off x="986075" y="268600"/>
            <a:ext cx="154200" cy="154200"/>
          </a:xfrm>
          <a:prstGeom prst="ellipse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4074" y="727100"/>
            <a:ext cx="3903576" cy="97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4950" y="1856475"/>
            <a:ext cx="4057190" cy="313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2"/>
          <p:cNvSpPr txBox="1"/>
          <p:nvPr>
            <p:ph type="title"/>
          </p:nvPr>
        </p:nvSpPr>
        <p:spPr>
          <a:xfrm>
            <a:off x="380950" y="190650"/>
            <a:ext cx="4294800" cy="134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JButton (Bouton interactif)</a:t>
            </a:r>
            <a:endParaRPr/>
          </a:p>
        </p:txBody>
      </p:sp>
      <p:sp>
        <p:nvSpPr>
          <p:cNvPr id="369" name="Google Shape;369;p32"/>
          <p:cNvSpPr txBox="1"/>
          <p:nvPr>
            <p:ph idx="1" type="subTitle"/>
          </p:nvPr>
        </p:nvSpPr>
        <p:spPr>
          <a:xfrm>
            <a:off x="301225" y="1753500"/>
            <a:ext cx="4294800" cy="12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Rôle :</a:t>
            </a:r>
            <a:endParaRPr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Composant cliquable qui déclenche une action spécifique.</a:t>
            </a:r>
            <a:endParaRPr/>
          </a:p>
          <a:p>
            <a:pPr indent="-304800" lvl="0" marL="457200" rtl="0" algn="l">
              <a:spcBef>
                <a:spcPts val="1000"/>
              </a:spcBef>
              <a:spcAft>
                <a:spcPts val="1000"/>
              </a:spcAft>
              <a:buSzPts val="1200"/>
              <a:buChar char="●"/>
            </a:pPr>
            <a:r>
              <a:rPr lang="en"/>
              <a:t>Essentiel pour interagir avec l’utilisateur (ex : valider un formulaire).</a:t>
            </a:r>
            <a:endParaRPr/>
          </a:p>
        </p:txBody>
      </p:sp>
      <p:sp>
        <p:nvSpPr>
          <p:cNvPr id="370" name="Google Shape;370;p32"/>
          <p:cNvSpPr/>
          <p:nvPr/>
        </p:nvSpPr>
        <p:spPr>
          <a:xfrm>
            <a:off x="986075" y="268600"/>
            <a:ext cx="154200" cy="154200"/>
          </a:xfrm>
          <a:prstGeom prst="ellipse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371" name="Google Shape;37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9275" y="918771"/>
            <a:ext cx="5987449" cy="87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8425" y="1947921"/>
            <a:ext cx="3993220" cy="30431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3"/>
          <p:cNvSpPr txBox="1"/>
          <p:nvPr>
            <p:ph type="title"/>
          </p:nvPr>
        </p:nvSpPr>
        <p:spPr>
          <a:xfrm>
            <a:off x="380950" y="190650"/>
            <a:ext cx="4294800" cy="134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JTextField (Champ de saisie)</a:t>
            </a:r>
            <a:endParaRPr/>
          </a:p>
        </p:txBody>
      </p:sp>
      <p:sp>
        <p:nvSpPr>
          <p:cNvPr id="378" name="Google Shape;378;p33"/>
          <p:cNvSpPr txBox="1"/>
          <p:nvPr>
            <p:ph idx="1" type="subTitle"/>
          </p:nvPr>
        </p:nvSpPr>
        <p:spPr>
          <a:xfrm>
            <a:off x="301225" y="1753500"/>
            <a:ext cx="4294800" cy="13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Rôle :</a:t>
            </a:r>
            <a:endParaRPr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Permet à l'utilisateur de saisir des informations sous forme de texte.</a:t>
            </a:r>
            <a:endParaRPr/>
          </a:p>
          <a:p>
            <a:pPr indent="-304800" lvl="0" marL="457200" rtl="0" algn="l">
              <a:spcBef>
                <a:spcPts val="1000"/>
              </a:spcBef>
              <a:spcAft>
                <a:spcPts val="1000"/>
              </a:spcAft>
              <a:buSzPts val="1200"/>
              <a:buChar char="●"/>
            </a:pPr>
            <a:r>
              <a:rPr lang="en"/>
              <a:t>Couramment utilisé pour des formulaires simples (ex : connexion, formulaire d’inscription).</a:t>
            </a:r>
            <a:endParaRPr/>
          </a:p>
        </p:txBody>
      </p:sp>
      <p:sp>
        <p:nvSpPr>
          <p:cNvPr id="379" name="Google Shape;379;p33"/>
          <p:cNvSpPr/>
          <p:nvPr/>
        </p:nvSpPr>
        <p:spPr>
          <a:xfrm>
            <a:off x="986075" y="268600"/>
            <a:ext cx="154200" cy="154200"/>
          </a:xfrm>
          <a:prstGeom prst="ellipse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380" name="Google Shape;38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9375" y="696550"/>
            <a:ext cx="4294801" cy="105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8425" y="1905900"/>
            <a:ext cx="4065448" cy="308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4"/>
          <p:cNvSpPr txBox="1"/>
          <p:nvPr>
            <p:ph type="title"/>
          </p:nvPr>
        </p:nvSpPr>
        <p:spPr>
          <a:xfrm>
            <a:off x="4243813" y="124025"/>
            <a:ext cx="28128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</a:t>
            </a:r>
            <a:r>
              <a:rPr lang="en"/>
              <a:t>sume</a:t>
            </a:r>
            <a:endParaRPr/>
          </a:p>
        </p:txBody>
      </p:sp>
      <p:pic>
        <p:nvPicPr>
          <p:cNvPr id="387" name="Google Shape;38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075" y="965825"/>
            <a:ext cx="6506685" cy="3872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Gestion des événements</a:t>
            </a:r>
            <a:endParaRPr/>
          </a:p>
        </p:txBody>
      </p:sp>
      <p:sp>
        <p:nvSpPr>
          <p:cNvPr id="393" name="Google Shape;393;p35"/>
          <p:cNvSpPr txBox="1"/>
          <p:nvPr>
            <p:ph idx="4" type="subTitle"/>
          </p:nvPr>
        </p:nvSpPr>
        <p:spPr>
          <a:xfrm>
            <a:off x="785750" y="1069850"/>
            <a:ext cx="6936300" cy="31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Objectif : Comprendre comment Java Swing gère les interactions utilisateur.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Événement : action déclenchée par l’utilisateur (clic, saisie de texte, etc.).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Listener (écouteur) : détecte et gère ces événements.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6"/>
          <p:cNvSpPr txBox="1"/>
          <p:nvPr>
            <p:ph type="title"/>
          </p:nvPr>
        </p:nvSpPr>
        <p:spPr>
          <a:xfrm>
            <a:off x="228100" y="53150"/>
            <a:ext cx="4204200" cy="137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 d'écouteur (Listener)</a:t>
            </a:r>
            <a:endParaRPr/>
          </a:p>
        </p:txBody>
      </p:sp>
      <p:sp>
        <p:nvSpPr>
          <p:cNvPr id="399" name="Google Shape;399;p36"/>
          <p:cNvSpPr txBox="1"/>
          <p:nvPr>
            <p:ph idx="1" type="subTitle"/>
          </p:nvPr>
        </p:nvSpPr>
        <p:spPr>
          <a:xfrm>
            <a:off x="604725" y="1754375"/>
            <a:ext cx="2305800" cy="20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Rôle 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Détecter une action spécifique de l'utilisateur.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Exécuter une réaction appropriée à cette action.</a:t>
            </a:r>
            <a:endParaRPr sz="1400"/>
          </a:p>
        </p:txBody>
      </p:sp>
      <p:pic>
        <p:nvPicPr>
          <p:cNvPr id="400" name="Google Shape;400;p36" title="istockphoto-467456289-612x612 (1).jpg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16666" l="0" r="0" t="16666"/>
          <a:stretch/>
        </p:blipFill>
        <p:spPr>
          <a:xfrm>
            <a:off x="4837375" y="684200"/>
            <a:ext cx="4811700" cy="4811700"/>
          </a:xfrm>
          <a:prstGeom prst="ellipse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7"/>
          <p:cNvSpPr txBox="1"/>
          <p:nvPr>
            <p:ph type="title"/>
          </p:nvPr>
        </p:nvSpPr>
        <p:spPr>
          <a:xfrm>
            <a:off x="4243813" y="124025"/>
            <a:ext cx="28128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Exemple</a:t>
            </a:r>
            <a:endParaRPr/>
          </a:p>
        </p:txBody>
      </p:sp>
      <p:pic>
        <p:nvPicPr>
          <p:cNvPr id="406" name="Google Shape;40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2700" y="1091650"/>
            <a:ext cx="5638588" cy="3872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8"/>
          <p:cNvSpPr txBox="1"/>
          <p:nvPr>
            <p:ph type="title"/>
          </p:nvPr>
        </p:nvSpPr>
        <p:spPr>
          <a:xfrm>
            <a:off x="228100" y="53150"/>
            <a:ext cx="4204200" cy="137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Comprendre ActionEvent</a:t>
            </a:r>
            <a:endParaRPr/>
          </a:p>
        </p:txBody>
      </p:sp>
      <p:sp>
        <p:nvSpPr>
          <p:cNvPr id="412" name="Google Shape;412;p38"/>
          <p:cNvSpPr txBox="1"/>
          <p:nvPr>
            <p:ph idx="1" type="subTitle"/>
          </p:nvPr>
        </p:nvSpPr>
        <p:spPr>
          <a:xfrm>
            <a:off x="604725" y="1754375"/>
            <a:ext cx="2305800" cy="301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Rôle d’ActionEvent 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Transmettre les informations de l'événement à l’écouteur.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Informations typiques transmises 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Source de l'événement (bouton, champ texte…)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Moment où l’événement s’est produit</a:t>
            </a:r>
            <a:endParaRPr/>
          </a:p>
        </p:txBody>
      </p:sp>
      <p:pic>
        <p:nvPicPr>
          <p:cNvPr id="413" name="Google Shape;41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5075" y="1322425"/>
            <a:ext cx="5828926" cy="3821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9"/>
          <p:cNvSpPr txBox="1"/>
          <p:nvPr>
            <p:ph type="title"/>
          </p:nvPr>
        </p:nvSpPr>
        <p:spPr>
          <a:xfrm>
            <a:off x="4243813" y="124025"/>
            <a:ext cx="28128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Exemple</a:t>
            </a:r>
            <a:endParaRPr/>
          </a:p>
        </p:txBody>
      </p:sp>
      <p:pic>
        <p:nvPicPr>
          <p:cNvPr id="419" name="Google Shape;41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175" y="1437225"/>
            <a:ext cx="5076773" cy="348699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9"/>
          <p:cNvSpPr txBox="1"/>
          <p:nvPr/>
        </p:nvSpPr>
        <p:spPr>
          <a:xfrm>
            <a:off x="5668475" y="1721150"/>
            <a:ext cx="3000000" cy="15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Récapitulatif et bonnes pratiques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Toujours définir clairement l’action que déclenche chaque événement.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Utiliser des classes internes anonymes ou des lambdas pour simplifier le code.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0"/>
          <p:cNvSpPr txBox="1"/>
          <p:nvPr>
            <p:ph type="title"/>
          </p:nvPr>
        </p:nvSpPr>
        <p:spPr>
          <a:xfrm>
            <a:off x="1946150" y="407825"/>
            <a:ext cx="5273100" cy="33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/>
              <a:t>Mouse Event </a:t>
            </a:r>
            <a:endParaRPr sz="7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/>
              <a:t>(Voir code )</a:t>
            </a:r>
            <a:endParaRPr sz="7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1"/>
          <p:cNvSpPr txBox="1"/>
          <p:nvPr>
            <p:ph type="title"/>
          </p:nvPr>
        </p:nvSpPr>
        <p:spPr>
          <a:xfrm>
            <a:off x="1946150" y="407825"/>
            <a:ext cx="5273100" cy="33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/>
              <a:t>Key 	</a:t>
            </a:r>
            <a:r>
              <a:rPr lang="en" sz="7000"/>
              <a:t>Event </a:t>
            </a:r>
            <a:endParaRPr sz="7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/>
              <a:t>(Voir code )</a:t>
            </a:r>
            <a:endParaRPr sz="7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2"/>
          <p:cNvSpPr txBox="1"/>
          <p:nvPr>
            <p:ph type="title"/>
          </p:nvPr>
        </p:nvSpPr>
        <p:spPr>
          <a:xfrm>
            <a:off x="720000" y="445025"/>
            <a:ext cx="7704000" cy="11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 Layout Managers (Gestionnaires de disposition)</a:t>
            </a:r>
            <a:endParaRPr/>
          </a:p>
        </p:txBody>
      </p:sp>
      <p:sp>
        <p:nvSpPr>
          <p:cNvPr id="436" name="Google Shape;436;p42"/>
          <p:cNvSpPr txBox="1"/>
          <p:nvPr>
            <p:ph idx="4" type="subTitle"/>
          </p:nvPr>
        </p:nvSpPr>
        <p:spPr>
          <a:xfrm>
            <a:off x="938575" y="1800875"/>
            <a:ext cx="6936300" cy="162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 Layout Managers permettent de disposer automatiquement les composants dans une interface Swing sans avoir à gérer manuellement les positions et tailles.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3"/>
          <p:cNvSpPr txBox="1"/>
          <p:nvPr>
            <p:ph type="title"/>
          </p:nvPr>
        </p:nvSpPr>
        <p:spPr>
          <a:xfrm>
            <a:off x="380950" y="190650"/>
            <a:ext cx="4294800" cy="134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FlowLayout</a:t>
            </a:r>
            <a:endParaRPr/>
          </a:p>
        </p:txBody>
      </p:sp>
      <p:sp>
        <p:nvSpPr>
          <p:cNvPr id="442" name="Google Shape;442;p43"/>
          <p:cNvSpPr txBox="1"/>
          <p:nvPr>
            <p:ph idx="1" type="subTitle"/>
          </p:nvPr>
        </p:nvSpPr>
        <p:spPr>
          <a:xfrm>
            <a:off x="301225" y="1753500"/>
            <a:ext cx="4294800" cy="19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Disposition simple des composants horizontalement, de gauche à droite.</a:t>
            </a:r>
            <a:endParaRPr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Saut à la ligne automatique si la largeur est dépassée.</a:t>
            </a:r>
            <a:endParaRPr/>
          </a:p>
          <a:p>
            <a:pPr indent="-304800" lvl="0" marL="457200" rtl="0" algn="l">
              <a:spcBef>
                <a:spcPts val="1000"/>
              </a:spcBef>
              <a:spcAft>
                <a:spcPts val="1000"/>
              </a:spcAft>
              <a:buSzPts val="1200"/>
              <a:buChar char="●"/>
            </a:pPr>
            <a:r>
              <a:rPr lang="en"/>
              <a:t>Alignement possible : LEFT, CENTER (par défaut), RIGHT.</a:t>
            </a:r>
            <a:endParaRPr/>
          </a:p>
        </p:txBody>
      </p:sp>
      <p:sp>
        <p:nvSpPr>
          <p:cNvPr id="443" name="Google Shape;443;p43"/>
          <p:cNvSpPr/>
          <p:nvPr/>
        </p:nvSpPr>
        <p:spPr>
          <a:xfrm>
            <a:off x="986075" y="268600"/>
            <a:ext cx="154200" cy="154200"/>
          </a:xfrm>
          <a:prstGeom prst="ellipse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444" name="Google Shape;44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5750" y="1375025"/>
            <a:ext cx="4243175" cy="1908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4"/>
          <p:cNvSpPr txBox="1"/>
          <p:nvPr>
            <p:ph type="title"/>
          </p:nvPr>
        </p:nvSpPr>
        <p:spPr>
          <a:xfrm>
            <a:off x="380950" y="190650"/>
            <a:ext cx="4294800" cy="134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BorderLayout</a:t>
            </a:r>
            <a:endParaRPr/>
          </a:p>
        </p:txBody>
      </p:sp>
      <p:sp>
        <p:nvSpPr>
          <p:cNvPr id="450" name="Google Shape;450;p44"/>
          <p:cNvSpPr txBox="1"/>
          <p:nvPr>
            <p:ph idx="1" type="subTitle"/>
          </p:nvPr>
        </p:nvSpPr>
        <p:spPr>
          <a:xfrm>
            <a:off x="301225" y="1753500"/>
            <a:ext cx="4294800" cy="19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Divise la fenêtre en 5 zones : NORTH, SOUTH, EAST, WEST, CENTER.</a:t>
            </a:r>
            <a:endParaRPr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Le Centre s’adapte à l’espace restant.</a:t>
            </a:r>
            <a:endParaRPr/>
          </a:p>
          <a:p>
            <a:pPr indent="-304800" lvl="0" marL="457200" rtl="0" algn="l">
              <a:spcBef>
                <a:spcPts val="1000"/>
              </a:spcBef>
              <a:spcAft>
                <a:spcPts val="1000"/>
              </a:spcAft>
              <a:buSzPts val="1200"/>
              <a:buChar char="●"/>
            </a:pPr>
            <a:r>
              <a:rPr lang="en"/>
              <a:t>Très pratique pour organiser une interface principale.</a:t>
            </a:r>
            <a:endParaRPr/>
          </a:p>
        </p:txBody>
      </p:sp>
      <p:sp>
        <p:nvSpPr>
          <p:cNvPr id="451" name="Google Shape;451;p44"/>
          <p:cNvSpPr/>
          <p:nvPr/>
        </p:nvSpPr>
        <p:spPr>
          <a:xfrm>
            <a:off x="986075" y="268600"/>
            <a:ext cx="154200" cy="154200"/>
          </a:xfrm>
          <a:prstGeom prst="ellipse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452" name="Google Shape;45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5725" y="1142450"/>
            <a:ext cx="4243174" cy="23913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5"/>
          <p:cNvSpPr txBox="1"/>
          <p:nvPr>
            <p:ph type="title"/>
          </p:nvPr>
        </p:nvSpPr>
        <p:spPr>
          <a:xfrm>
            <a:off x="380950" y="190650"/>
            <a:ext cx="4294800" cy="134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GridLayout</a:t>
            </a:r>
            <a:endParaRPr/>
          </a:p>
        </p:txBody>
      </p:sp>
      <p:sp>
        <p:nvSpPr>
          <p:cNvPr id="458" name="Google Shape;458;p45"/>
          <p:cNvSpPr txBox="1"/>
          <p:nvPr>
            <p:ph idx="1" type="subTitle"/>
          </p:nvPr>
        </p:nvSpPr>
        <p:spPr>
          <a:xfrm>
            <a:off x="301225" y="1753500"/>
            <a:ext cx="4294800" cy="19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Organise les composants en grille, avec un nombre fixe de lignes et colonnes.</a:t>
            </a:r>
            <a:endParaRPr/>
          </a:p>
          <a:p>
            <a:pPr indent="-304800" lvl="0" marL="457200" rtl="0" algn="l">
              <a:spcBef>
                <a:spcPts val="1000"/>
              </a:spcBef>
              <a:spcAft>
                <a:spcPts val="1000"/>
              </a:spcAft>
              <a:buSzPts val="1200"/>
              <a:buChar char="●"/>
            </a:pPr>
            <a:r>
              <a:rPr lang="en"/>
              <a:t>Tous les composants ont la même taille.</a:t>
            </a:r>
            <a:endParaRPr/>
          </a:p>
        </p:txBody>
      </p:sp>
      <p:sp>
        <p:nvSpPr>
          <p:cNvPr id="459" name="Google Shape;459;p45"/>
          <p:cNvSpPr/>
          <p:nvPr/>
        </p:nvSpPr>
        <p:spPr>
          <a:xfrm>
            <a:off x="986075" y="268600"/>
            <a:ext cx="154200" cy="154200"/>
          </a:xfrm>
          <a:prstGeom prst="ellipse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460" name="Google Shape;46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8425" y="1687350"/>
            <a:ext cx="4243173" cy="22354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6"/>
          <p:cNvSpPr/>
          <p:nvPr/>
        </p:nvSpPr>
        <p:spPr>
          <a:xfrm>
            <a:off x="986075" y="268600"/>
            <a:ext cx="154200" cy="154200"/>
          </a:xfrm>
          <a:prstGeom prst="ellipse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466" name="Google Shape;466;p46"/>
          <p:cNvSpPr txBox="1"/>
          <p:nvPr>
            <p:ph type="title"/>
          </p:nvPr>
        </p:nvSpPr>
        <p:spPr>
          <a:xfrm>
            <a:off x="713275" y="1103123"/>
            <a:ext cx="5945400" cy="12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100"/>
              <a:t>Thanks!</a:t>
            </a:r>
            <a:endParaRPr sz="7100"/>
          </a:p>
        </p:txBody>
      </p:sp>
      <p:sp>
        <p:nvSpPr>
          <p:cNvPr id="467" name="Google Shape;467;p46"/>
          <p:cNvSpPr txBox="1"/>
          <p:nvPr>
            <p:ph idx="1" type="subTitle"/>
          </p:nvPr>
        </p:nvSpPr>
        <p:spPr>
          <a:xfrm>
            <a:off x="713225" y="2392351"/>
            <a:ext cx="5945400" cy="12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questions?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youssoupha@groupeisi.com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+221 77 490 66 62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7"/>
          <p:cNvSpPr txBox="1"/>
          <p:nvPr>
            <p:ph type="title"/>
          </p:nvPr>
        </p:nvSpPr>
        <p:spPr>
          <a:xfrm>
            <a:off x="713255" y="1497863"/>
            <a:ext cx="35184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473" name="Google Shape;473;p47"/>
          <p:cNvSpPr txBox="1"/>
          <p:nvPr>
            <p:ph idx="1" type="subTitle"/>
          </p:nvPr>
        </p:nvSpPr>
        <p:spPr>
          <a:xfrm>
            <a:off x="713225" y="2586937"/>
            <a:ext cx="35184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 you have any questions?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youremail@freepik.com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+34 654 321 432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yourwebsite.com</a:t>
            </a:r>
            <a:endParaRPr/>
          </a:p>
        </p:txBody>
      </p:sp>
      <p:cxnSp>
        <p:nvCxnSpPr>
          <p:cNvPr id="474" name="Google Shape;474;p47"/>
          <p:cNvCxnSpPr/>
          <p:nvPr/>
        </p:nvCxnSpPr>
        <p:spPr>
          <a:xfrm rot="10800000">
            <a:off x="4738127" y="2021850"/>
            <a:ext cx="0" cy="298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sign Inspiration Portfolio by Slidesgo">
  <a:themeElements>
    <a:clrScheme name="Simple Light">
      <a:dk1>
        <a:srgbClr val="FFFFFF"/>
      </a:dk1>
      <a:lt1>
        <a:srgbClr val="000000"/>
      </a:lt1>
      <a:dk2>
        <a:srgbClr val="595959"/>
      </a:dk2>
      <a:lt2>
        <a:srgbClr val="FF65EF"/>
      </a:lt2>
      <a:accent1>
        <a:srgbClr val="9E51F0"/>
      </a:accent1>
      <a:accent2>
        <a:srgbClr val="1E36C4"/>
      </a:accent2>
      <a:accent3>
        <a:srgbClr val="69AAAD"/>
      </a:accent3>
      <a:accent4>
        <a:srgbClr val="FFE8AF"/>
      </a:accent4>
      <a:accent5>
        <a:srgbClr val="F61708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